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59"/>
  </p:notesMasterIdLst>
  <p:sldIdLst>
    <p:sldId id="642" r:id="rId2"/>
    <p:sldId id="256" r:id="rId3"/>
    <p:sldId id="690" r:id="rId4"/>
    <p:sldId id="689" r:id="rId5"/>
    <p:sldId id="664" r:id="rId6"/>
    <p:sldId id="687" r:id="rId7"/>
    <p:sldId id="666" r:id="rId8"/>
    <p:sldId id="667" r:id="rId9"/>
    <p:sldId id="622" r:id="rId10"/>
    <p:sldId id="631" r:id="rId11"/>
    <p:sldId id="652" r:id="rId12"/>
    <p:sldId id="691" r:id="rId13"/>
    <p:sldId id="714" r:id="rId14"/>
    <p:sldId id="644" r:id="rId15"/>
    <p:sldId id="654" r:id="rId16"/>
    <p:sldId id="706" r:id="rId17"/>
    <p:sldId id="707" r:id="rId18"/>
    <p:sldId id="257" r:id="rId19"/>
    <p:sldId id="717" r:id="rId20"/>
    <p:sldId id="716" r:id="rId21"/>
    <p:sldId id="708" r:id="rId22"/>
    <p:sldId id="709" r:id="rId23"/>
    <p:sldId id="258" r:id="rId24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  <p:sldId id="270" r:id="rId36"/>
    <p:sldId id="271" r:id="rId37"/>
    <p:sldId id="272" r:id="rId38"/>
    <p:sldId id="273" r:id="rId39"/>
    <p:sldId id="711" r:id="rId40"/>
    <p:sldId id="274" r:id="rId41"/>
    <p:sldId id="275" r:id="rId42"/>
    <p:sldId id="276" r:id="rId43"/>
    <p:sldId id="277" r:id="rId44"/>
    <p:sldId id="713" r:id="rId45"/>
    <p:sldId id="279" r:id="rId46"/>
    <p:sldId id="280" r:id="rId47"/>
    <p:sldId id="281" r:id="rId48"/>
    <p:sldId id="282" r:id="rId49"/>
    <p:sldId id="283" r:id="rId50"/>
    <p:sldId id="284" r:id="rId51"/>
    <p:sldId id="289" r:id="rId52"/>
    <p:sldId id="718" r:id="rId53"/>
    <p:sldId id="291" r:id="rId54"/>
    <p:sldId id="292" r:id="rId55"/>
    <p:sldId id="293" r:id="rId56"/>
    <p:sldId id="294" r:id="rId57"/>
    <p:sldId id="295" r:id="rId58"/>
  </p:sldIdLst>
  <p:sldSz cx="12192000" cy="6858000"/>
  <p:notesSz cx="9144000" cy="162575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4444"/>
    <a:srgbClr val="125CE7"/>
    <a:srgbClr val="669DF6"/>
    <a:srgbClr val="4387F7"/>
    <a:srgbClr val="B0CEFC"/>
    <a:srgbClr val="447FEB"/>
    <a:srgbClr val="EF0F0F"/>
    <a:srgbClr val="6B9DF8"/>
    <a:srgbClr val="55555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93" autoAdjust="0"/>
    <p:restoredTop sz="96311"/>
  </p:normalViewPr>
  <p:slideViewPr>
    <p:cSldViewPr snapToGrid="0" snapToObjects="1">
      <p:cViewPr varScale="1">
        <p:scale>
          <a:sx n="120" d="100"/>
          <a:sy n="120" d="100"/>
        </p:scale>
        <p:origin x="132" y="24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203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09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54" algn="l" defTabSz="685709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09" algn="l" defTabSz="685709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563" algn="l" defTabSz="685709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417" algn="l" defTabSz="685709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271" algn="l" defTabSz="685709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126" algn="l" defTabSz="685709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399980" algn="l" defTabSz="685709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834" algn="l" defTabSz="685709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25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1961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6160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2100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0737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2744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3959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0416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3284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8919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1839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7654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3914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5892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04800" y="2032000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914400" y="7823200"/>
            <a:ext cx="7315200" cy="6402388"/>
          </a:xfrm>
          <a:prstGeom prst="rect">
            <a:avLst/>
          </a:prstGeom>
        </p:spPr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25912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04800" y="2032000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914400" y="7823200"/>
            <a:ext cx="7315200" cy="6402388"/>
          </a:xfrm>
          <a:prstGeom prst="rect">
            <a:avLst/>
          </a:prstGeom>
        </p:spPr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82906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5264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2965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9096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230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647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6004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6185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0196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14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6006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4987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2937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4704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1486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7943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0126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347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4235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70040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6322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52900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15096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19783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71753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2936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87144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93915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6534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09096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4000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80408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0915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26244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84159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83913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64198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15747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2292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73017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33662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185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433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843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984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35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54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912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124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212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452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307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0349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9368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940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hn-cloud/Icon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s://github.com/nhn-cloud/Icons" TargetMode="External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18" Type="http://schemas.openxmlformats.org/officeDocument/2006/relationships/image" Target="../media/image12.png"/><Relationship Id="rId3" Type="http://schemas.openxmlformats.org/officeDocument/2006/relationships/hyperlink" Target="https://github.com/nhn-cloud/Icons/blob/main/box_type/box_type.md" TargetMode="External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17" Type="http://schemas.openxmlformats.org/officeDocument/2006/relationships/image" Target="../media/image26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5" Type="http://schemas.openxmlformats.org/officeDocument/2006/relationships/image" Target="../media/image24.svg"/><Relationship Id="rId10" Type="http://schemas.openxmlformats.org/officeDocument/2006/relationships/image" Target="../media/image19.png"/><Relationship Id="rId19" Type="http://schemas.openxmlformats.org/officeDocument/2006/relationships/image" Target="../media/image27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11" Type="http://schemas.openxmlformats.org/officeDocument/2006/relationships/image" Target="../media/image34.png"/><Relationship Id="rId5" Type="http://schemas.openxmlformats.org/officeDocument/2006/relationships/image" Target="../media/image19.png"/><Relationship Id="rId10" Type="http://schemas.openxmlformats.org/officeDocument/2006/relationships/image" Target="../media/image33.svg"/><Relationship Id="rId4" Type="http://schemas.openxmlformats.org/officeDocument/2006/relationships/image" Target="../media/image29.svg"/><Relationship Id="rId9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13" Type="http://schemas.openxmlformats.org/officeDocument/2006/relationships/image" Target="../media/image37.png"/><Relationship Id="rId3" Type="http://schemas.openxmlformats.org/officeDocument/2006/relationships/image" Target="../media/image21.png"/><Relationship Id="rId7" Type="http://schemas.openxmlformats.org/officeDocument/2006/relationships/image" Target="../media/image35.png"/><Relationship Id="rId12" Type="http://schemas.openxmlformats.org/officeDocument/2006/relationships/image" Target="../media/image2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svg"/><Relationship Id="rId11" Type="http://schemas.openxmlformats.org/officeDocument/2006/relationships/image" Target="../media/image19.png"/><Relationship Id="rId5" Type="http://schemas.openxmlformats.org/officeDocument/2006/relationships/image" Target="../media/image25.png"/><Relationship Id="rId10" Type="http://schemas.openxmlformats.org/officeDocument/2006/relationships/image" Target="../media/image18.svg"/><Relationship Id="rId4" Type="http://schemas.openxmlformats.org/officeDocument/2006/relationships/image" Target="../media/image22.svg"/><Relationship Id="rId9" Type="http://schemas.openxmlformats.org/officeDocument/2006/relationships/image" Target="../media/image17.png"/><Relationship Id="rId14" Type="http://schemas.openxmlformats.org/officeDocument/2006/relationships/image" Target="../media/image3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42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41.sv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4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svg"/><Relationship Id="rId11" Type="http://schemas.openxmlformats.org/officeDocument/2006/relationships/image" Target="../media/image40.png"/><Relationship Id="rId5" Type="http://schemas.openxmlformats.org/officeDocument/2006/relationships/image" Target="../media/image37.png"/><Relationship Id="rId15" Type="http://schemas.openxmlformats.org/officeDocument/2006/relationships/image" Target="../media/image44.png"/><Relationship Id="rId10" Type="http://schemas.openxmlformats.org/officeDocument/2006/relationships/image" Target="../media/image26.svg"/><Relationship Id="rId4" Type="http://schemas.openxmlformats.org/officeDocument/2006/relationships/image" Target="../media/image39.svg"/><Relationship Id="rId9" Type="http://schemas.openxmlformats.org/officeDocument/2006/relationships/image" Target="../media/image25.png"/><Relationship Id="rId14" Type="http://schemas.openxmlformats.org/officeDocument/2006/relationships/image" Target="../media/image4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28.png"/><Relationship Id="rId7" Type="http://schemas.openxmlformats.org/officeDocument/2006/relationships/image" Target="../media/image17.png"/><Relationship Id="rId12" Type="http://schemas.openxmlformats.org/officeDocument/2006/relationships/image" Target="../media/image47.svg"/><Relationship Id="rId17" Type="http://schemas.openxmlformats.org/officeDocument/2006/relationships/image" Target="../media/image50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49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11" Type="http://schemas.openxmlformats.org/officeDocument/2006/relationships/image" Target="../media/image46.png"/><Relationship Id="rId5" Type="http://schemas.openxmlformats.org/officeDocument/2006/relationships/image" Target="../media/image19.png"/><Relationship Id="rId15" Type="http://schemas.openxmlformats.org/officeDocument/2006/relationships/image" Target="../media/image48.png"/><Relationship Id="rId10" Type="http://schemas.openxmlformats.org/officeDocument/2006/relationships/image" Target="../media/image26.svg"/><Relationship Id="rId4" Type="http://schemas.openxmlformats.org/officeDocument/2006/relationships/image" Target="../media/image29.svg"/><Relationship Id="rId9" Type="http://schemas.openxmlformats.org/officeDocument/2006/relationships/image" Target="../media/image25.png"/><Relationship Id="rId14" Type="http://schemas.openxmlformats.org/officeDocument/2006/relationships/image" Target="../media/image24.sv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.png"/><Relationship Id="rId18" Type="http://schemas.openxmlformats.org/officeDocument/2006/relationships/image" Target="../media/image16.svg"/><Relationship Id="rId26" Type="http://schemas.openxmlformats.org/officeDocument/2006/relationships/image" Target="../media/image60.svg"/><Relationship Id="rId39" Type="http://schemas.openxmlformats.org/officeDocument/2006/relationships/image" Target="../media/image71.png"/><Relationship Id="rId21" Type="http://schemas.openxmlformats.org/officeDocument/2006/relationships/image" Target="../media/image57.png"/><Relationship Id="rId34" Type="http://schemas.openxmlformats.org/officeDocument/2006/relationships/image" Target="../media/image68.svg"/><Relationship Id="rId42" Type="http://schemas.openxmlformats.org/officeDocument/2006/relationships/image" Target="../media/image7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54.svg"/><Relationship Id="rId20" Type="http://schemas.openxmlformats.org/officeDocument/2006/relationships/image" Target="../media/image56.svg"/><Relationship Id="rId29" Type="http://schemas.openxmlformats.org/officeDocument/2006/relationships/image" Target="../media/image63.png"/><Relationship Id="rId41" Type="http://schemas.openxmlformats.org/officeDocument/2006/relationships/image" Target="../media/image7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11" Type="http://schemas.openxmlformats.org/officeDocument/2006/relationships/image" Target="../media/image51.png"/><Relationship Id="rId24" Type="http://schemas.openxmlformats.org/officeDocument/2006/relationships/image" Target="../media/image47.svg"/><Relationship Id="rId32" Type="http://schemas.openxmlformats.org/officeDocument/2006/relationships/image" Target="../media/image66.svg"/><Relationship Id="rId37" Type="http://schemas.openxmlformats.org/officeDocument/2006/relationships/image" Target="../media/image69.png"/><Relationship Id="rId40" Type="http://schemas.openxmlformats.org/officeDocument/2006/relationships/image" Target="../media/image27.png"/><Relationship Id="rId5" Type="http://schemas.openxmlformats.org/officeDocument/2006/relationships/image" Target="../media/image19.png"/><Relationship Id="rId15" Type="http://schemas.openxmlformats.org/officeDocument/2006/relationships/image" Target="../media/image53.png"/><Relationship Id="rId23" Type="http://schemas.openxmlformats.org/officeDocument/2006/relationships/image" Target="../media/image46.png"/><Relationship Id="rId28" Type="http://schemas.openxmlformats.org/officeDocument/2006/relationships/image" Target="../media/image62.svg"/><Relationship Id="rId36" Type="http://schemas.openxmlformats.org/officeDocument/2006/relationships/image" Target="../media/image43.svg"/><Relationship Id="rId10" Type="http://schemas.openxmlformats.org/officeDocument/2006/relationships/image" Target="../media/image26.svg"/><Relationship Id="rId19" Type="http://schemas.openxmlformats.org/officeDocument/2006/relationships/image" Target="../media/image55.png"/><Relationship Id="rId31" Type="http://schemas.openxmlformats.org/officeDocument/2006/relationships/image" Target="../media/image65.png"/><Relationship Id="rId4" Type="http://schemas.openxmlformats.org/officeDocument/2006/relationships/image" Target="../media/image29.svg"/><Relationship Id="rId9" Type="http://schemas.openxmlformats.org/officeDocument/2006/relationships/image" Target="../media/image25.png"/><Relationship Id="rId14" Type="http://schemas.openxmlformats.org/officeDocument/2006/relationships/image" Target="../media/image24.svg"/><Relationship Id="rId22" Type="http://schemas.openxmlformats.org/officeDocument/2006/relationships/image" Target="../media/image58.svg"/><Relationship Id="rId27" Type="http://schemas.openxmlformats.org/officeDocument/2006/relationships/image" Target="../media/image61.png"/><Relationship Id="rId30" Type="http://schemas.openxmlformats.org/officeDocument/2006/relationships/image" Target="../media/image64.svg"/><Relationship Id="rId35" Type="http://schemas.openxmlformats.org/officeDocument/2006/relationships/image" Target="../media/image42.png"/><Relationship Id="rId43" Type="http://schemas.openxmlformats.org/officeDocument/2006/relationships/image" Target="../media/image34.png"/><Relationship Id="rId8" Type="http://schemas.openxmlformats.org/officeDocument/2006/relationships/image" Target="../media/image18.svg"/><Relationship Id="rId3" Type="http://schemas.openxmlformats.org/officeDocument/2006/relationships/image" Target="../media/image28.png"/><Relationship Id="rId12" Type="http://schemas.openxmlformats.org/officeDocument/2006/relationships/image" Target="../media/image52.svg"/><Relationship Id="rId17" Type="http://schemas.openxmlformats.org/officeDocument/2006/relationships/image" Target="../media/image15.png"/><Relationship Id="rId25" Type="http://schemas.openxmlformats.org/officeDocument/2006/relationships/image" Target="../media/image59.png"/><Relationship Id="rId33" Type="http://schemas.openxmlformats.org/officeDocument/2006/relationships/image" Target="../media/image67.png"/><Relationship Id="rId38" Type="http://schemas.openxmlformats.org/officeDocument/2006/relationships/image" Target="../media/image70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13" Type="http://schemas.openxmlformats.org/officeDocument/2006/relationships/image" Target="../media/image82.png"/><Relationship Id="rId18" Type="http://schemas.openxmlformats.org/officeDocument/2006/relationships/image" Target="../media/image22.svg"/><Relationship Id="rId26" Type="http://schemas.openxmlformats.org/officeDocument/2006/relationships/image" Target="../media/image18.svg"/><Relationship Id="rId3" Type="http://schemas.openxmlformats.org/officeDocument/2006/relationships/image" Target="../media/image74.png"/><Relationship Id="rId21" Type="http://schemas.openxmlformats.org/officeDocument/2006/relationships/image" Target="../media/image84.png"/><Relationship Id="rId7" Type="http://schemas.openxmlformats.org/officeDocument/2006/relationships/image" Target="../media/image78.png"/><Relationship Id="rId12" Type="http://schemas.openxmlformats.org/officeDocument/2006/relationships/image" Target="../media/image38.svg"/><Relationship Id="rId17" Type="http://schemas.openxmlformats.org/officeDocument/2006/relationships/image" Target="../media/image21.png"/><Relationship Id="rId25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39.svg"/><Relationship Id="rId20" Type="http://schemas.openxmlformats.org/officeDocument/2006/relationships/image" Target="../media/image26.svg"/><Relationship Id="rId29" Type="http://schemas.openxmlformats.org/officeDocument/2006/relationships/image" Target="../media/image8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7.svg"/><Relationship Id="rId11" Type="http://schemas.openxmlformats.org/officeDocument/2006/relationships/image" Target="../media/image37.png"/><Relationship Id="rId24" Type="http://schemas.openxmlformats.org/officeDocument/2006/relationships/image" Target="../media/image36.svg"/><Relationship Id="rId5" Type="http://schemas.openxmlformats.org/officeDocument/2006/relationships/image" Target="../media/image76.png"/><Relationship Id="rId15" Type="http://schemas.openxmlformats.org/officeDocument/2006/relationships/image" Target="../media/image15.png"/><Relationship Id="rId23" Type="http://schemas.openxmlformats.org/officeDocument/2006/relationships/image" Target="../media/image35.png"/><Relationship Id="rId28" Type="http://schemas.openxmlformats.org/officeDocument/2006/relationships/image" Target="../media/image20.svg"/><Relationship Id="rId10" Type="http://schemas.openxmlformats.org/officeDocument/2006/relationships/image" Target="../media/image81.svg"/><Relationship Id="rId19" Type="http://schemas.openxmlformats.org/officeDocument/2006/relationships/image" Target="../media/image25.png"/><Relationship Id="rId4" Type="http://schemas.openxmlformats.org/officeDocument/2006/relationships/image" Target="../media/image75.svg"/><Relationship Id="rId9" Type="http://schemas.openxmlformats.org/officeDocument/2006/relationships/image" Target="../media/image80.png"/><Relationship Id="rId14" Type="http://schemas.openxmlformats.org/officeDocument/2006/relationships/image" Target="../media/image83.svg"/><Relationship Id="rId22" Type="http://schemas.openxmlformats.org/officeDocument/2006/relationships/image" Target="../media/image85.svg"/><Relationship Id="rId27" Type="http://schemas.openxmlformats.org/officeDocument/2006/relationships/image" Target="../media/image19.png"/><Relationship Id="rId30" Type="http://schemas.openxmlformats.org/officeDocument/2006/relationships/image" Target="../media/image87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svg"/><Relationship Id="rId13" Type="http://schemas.openxmlformats.org/officeDocument/2006/relationships/image" Target="../media/image98.svg"/><Relationship Id="rId18" Type="http://schemas.openxmlformats.org/officeDocument/2006/relationships/image" Target="../media/image103.svg"/><Relationship Id="rId3" Type="http://schemas.openxmlformats.org/officeDocument/2006/relationships/image" Target="../media/image88.png"/><Relationship Id="rId21" Type="http://schemas.openxmlformats.org/officeDocument/2006/relationships/image" Target="../media/image106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17" Type="http://schemas.openxmlformats.org/officeDocument/2006/relationships/image" Target="../media/image102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01.svg"/><Relationship Id="rId20" Type="http://schemas.openxmlformats.org/officeDocument/2006/relationships/image" Target="../media/image10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1.svg"/><Relationship Id="rId11" Type="http://schemas.openxmlformats.org/officeDocument/2006/relationships/image" Target="../media/image96.svg"/><Relationship Id="rId5" Type="http://schemas.openxmlformats.org/officeDocument/2006/relationships/image" Target="../media/image90.png"/><Relationship Id="rId15" Type="http://schemas.openxmlformats.org/officeDocument/2006/relationships/image" Target="../media/image100.png"/><Relationship Id="rId10" Type="http://schemas.openxmlformats.org/officeDocument/2006/relationships/image" Target="../media/image95.png"/><Relationship Id="rId19" Type="http://schemas.openxmlformats.org/officeDocument/2006/relationships/image" Target="../media/image104.png"/><Relationship Id="rId4" Type="http://schemas.openxmlformats.org/officeDocument/2006/relationships/image" Target="../media/image89.svg"/><Relationship Id="rId9" Type="http://schemas.openxmlformats.org/officeDocument/2006/relationships/image" Target="../media/image94.png"/><Relationship Id="rId14" Type="http://schemas.openxmlformats.org/officeDocument/2006/relationships/image" Target="../media/image99.png"/><Relationship Id="rId22" Type="http://schemas.openxmlformats.org/officeDocument/2006/relationships/image" Target="../media/image107.svg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31.svg"/><Relationship Id="rId21" Type="http://schemas.openxmlformats.org/officeDocument/2006/relationships/image" Target="../media/image126.png"/><Relationship Id="rId42" Type="http://schemas.openxmlformats.org/officeDocument/2006/relationships/image" Target="../media/image147.svg"/><Relationship Id="rId47" Type="http://schemas.openxmlformats.org/officeDocument/2006/relationships/image" Target="../media/image152.png"/><Relationship Id="rId63" Type="http://schemas.openxmlformats.org/officeDocument/2006/relationships/image" Target="../media/image168.png"/><Relationship Id="rId68" Type="http://schemas.openxmlformats.org/officeDocument/2006/relationships/image" Target="../media/image173.sv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121.svg"/><Relationship Id="rId29" Type="http://schemas.openxmlformats.org/officeDocument/2006/relationships/image" Target="../media/image134.png"/><Relationship Id="rId11" Type="http://schemas.openxmlformats.org/officeDocument/2006/relationships/image" Target="../media/image116.png"/><Relationship Id="rId24" Type="http://schemas.openxmlformats.org/officeDocument/2006/relationships/image" Target="../media/image129.svg"/><Relationship Id="rId32" Type="http://schemas.openxmlformats.org/officeDocument/2006/relationships/image" Target="../media/image137.svg"/><Relationship Id="rId37" Type="http://schemas.openxmlformats.org/officeDocument/2006/relationships/image" Target="../media/image142.png"/><Relationship Id="rId40" Type="http://schemas.openxmlformats.org/officeDocument/2006/relationships/image" Target="../media/image145.svg"/><Relationship Id="rId45" Type="http://schemas.openxmlformats.org/officeDocument/2006/relationships/image" Target="../media/image150.png"/><Relationship Id="rId53" Type="http://schemas.openxmlformats.org/officeDocument/2006/relationships/image" Target="../media/image158.png"/><Relationship Id="rId58" Type="http://schemas.openxmlformats.org/officeDocument/2006/relationships/image" Target="../media/image163.svg"/><Relationship Id="rId66" Type="http://schemas.openxmlformats.org/officeDocument/2006/relationships/image" Target="../media/image171.svg"/><Relationship Id="rId74" Type="http://schemas.openxmlformats.org/officeDocument/2006/relationships/image" Target="../media/image179.svg"/><Relationship Id="rId5" Type="http://schemas.openxmlformats.org/officeDocument/2006/relationships/image" Target="../media/image110.png"/><Relationship Id="rId61" Type="http://schemas.openxmlformats.org/officeDocument/2006/relationships/image" Target="../media/image166.png"/><Relationship Id="rId19" Type="http://schemas.openxmlformats.org/officeDocument/2006/relationships/image" Target="../media/image124.png"/><Relationship Id="rId14" Type="http://schemas.openxmlformats.org/officeDocument/2006/relationships/image" Target="../media/image119.svg"/><Relationship Id="rId22" Type="http://schemas.openxmlformats.org/officeDocument/2006/relationships/image" Target="../media/image127.svg"/><Relationship Id="rId27" Type="http://schemas.openxmlformats.org/officeDocument/2006/relationships/image" Target="../media/image132.png"/><Relationship Id="rId30" Type="http://schemas.openxmlformats.org/officeDocument/2006/relationships/image" Target="../media/image135.svg"/><Relationship Id="rId35" Type="http://schemas.openxmlformats.org/officeDocument/2006/relationships/image" Target="../media/image140.png"/><Relationship Id="rId43" Type="http://schemas.openxmlformats.org/officeDocument/2006/relationships/image" Target="../media/image148.png"/><Relationship Id="rId48" Type="http://schemas.openxmlformats.org/officeDocument/2006/relationships/image" Target="../media/image153.svg"/><Relationship Id="rId56" Type="http://schemas.openxmlformats.org/officeDocument/2006/relationships/image" Target="../media/image161.svg"/><Relationship Id="rId64" Type="http://schemas.openxmlformats.org/officeDocument/2006/relationships/image" Target="../media/image169.svg"/><Relationship Id="rId69" Type="http://schemas.openxmlformats.org/officeDocument/2006/relationships/image" Target="../media/image174.png"/><Relationship Id="rId8" Type="http://schemas.openxmlformats.org/officeDocument/2006/relationships/image" Target="../media/image113.svg"/><Relationship Id="rId51" Type="http://schemas.openxmlformats.org/officeDocument/2006/relationships/image" Target="../media/image156.png"/><Relationship Id="rId72" Type="http://schemas.openxmlformats.org/officeDocument/2006/relationships/image" Target="../media/image177.svg"/><Relationship Id="rId3" Type="http://schemas.openxmlformats.org/officeDocument/2006/relationships/image" Target="../media/image108.png"/><Relationship Id="rId12" Type="http://schemas.openxmlformats.org/officeDocument/2006/relationships/image" Target="../media/image117.svg"/><Relationship Id="rId17" Type="http://schemas.openxmlformats.org/officeDocument/2006/relationships/image" Target="../media/image122.png"/><Relationship Id="rId25" Type="http://schemas.openxmlformats.org/officeDocument/2006/relationships/image" Target="../media/image130.png"/><Relationship Id="rId33" Type="http://schemas.openxmlformats.org/officeDocument/2006/relationships/image" Target="../media/image138.png"/><Relationship Id="rId38" Type="http://schemas.openxmlformats.org/officeDocument/2006/relationships/image" Target="../media/image143.svg"/><Relationship Id="rId46" Type="http://schemas.openxmlformats.org/officeDocument/2006/relationships/image" Target="../media/image151.svg"/><Relationship Id="rId59" Type="http://schemas.openxmlformats.org/officeDocument/2006/relationships/image" Target="../media/image164.png"/><Relationship Id="rId67" Type="http://schemas.openxmlformats.org/officeDocument/2006/relationships/image" Target="../media/image172.png"/><Relationship Id="rId20" Type="http://schemas.openxmlformats.org/officeDocument/2006/relationships/image" Target="../media/image125.svg"/><Relationship Id="rId41" Type="http://schemas.openxmlformats.org/officeDocument/2006/relationships/image" Target="../media/image146.png"/><Relationship Id="rId54" Type="http://schemas.openxmlformats.org/officeDocument/2006/relationships/image" Target="../media/image159.svg"/><Relationship Id="rId62" Type="http://schemas.openxmlformats.org/officeDocument/2006/relationships/image" Target="../media/image167.svg"/><Relationship Id="rId70" Type="http://schemas.openxmlformats.org/officeDocument/2006/relationships/image" Target="../media/image17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1.svg"/><Relationship Id="rId15" Type="http://schemas.openxmlformats.org/officeDocument/2006/relationships/image" Target="../media/image120.png"/><Relationship Id="rId23" Type="http://schemas.openxmlformats.org/officeDocument/2006/relationships/image" Target="../media/image128.png"/><Relationship Id="rId28" Type="http://schemas.openxmlformats.org/officeDocument/2006/relationships/image" Target="../media/image133.svg"/><Relationship Id="rId36" Type="http://schemas.openxmlformats.org/officeDocument/2006/relationships/image" Target="../media/image141.svg"/><Relationship Id="rId49" Type="http://schemas.openxmlformats.org/officeDocument/2006/relationships/image" Target="../media/image154.png"/><Relationship Id="rId57" Type="http://schemas.openxmlformats.org/officeDocument/2006/relationships/image" Target="../media/image162.png"/><Relationship Id="rId10" Type="http://schemas.openxmlformats.org/officeDocument/2006/relationships/image" Target="../media/image115.svg"/><Relationship Id="rId31" Type="http://schemas.openxmlformats.org/officeDocument/2006/relationships/image" Target="../media/image136.png"/><Relationship Id="rId44" Type="http://schemas.openxmlformats.org/officeDocument/2006/relationships/image" Target="../media/image149.svg"/><Relationship Id="rId52" Type="http://schemas.openxmlformats.org/officeDocument/2006/relationships/image" Target="../media/image157.svg"/><Relationship Id="rId60" Type="http://schemas.openxmlformats.org/officeDocument/2006/relationships/image" Target="../media/image165.svg"/><Relationship Id="rId65" Type="http://schemas.openxmlformats.org/officeDocument/2006/relationships/image" Target="../media/image170.png"/><Relationship Id="rId73" Type="http://schemas.openxmlformats.org/officeDocument/2006/relationships/image" Target="../media/image178.png"/><Relationship Id="rId4" Type="http://schemas.openxmlformats.org/officeDocument/2006/relationships/image" Target="../media/image109.svg"/><Relationship Id="rId9" Type="http://schemas.openxmlformats.org/officeDocument/2006/relationships/image" Target="../media/image114.png"/><Relationship Id="rId13" Type="http://schemas.openxmlformats.org/officeDocument/2006/relationships/image" Target="../media/image118.png"/><Relationship Id="rId18" Type="http://schemas.openxmlformats.org/officeDocument/2006/relationships/image" Target="../media/image123.svg"/><Relationship Id="rId39" Type="http://schemas.openxmlformats.org/officeDocument/2006/relationships/image" Target="../media/image144.png"/><Relationship Id="rId34" Type="http://schemas.openxmlformats.org/officeDocument/2006/relationships/image" Target="../media/image139.svg"/><Relationship Id="rId50" Type="http://schemas.openxmlformats.org/officeDocument/2006/relationships/image" Target="../media/image155.svg"/><Relationship Id="rId55" Type="http://schemas.openxmlformats.org/officeDocument/2006/relationships/image" Target="../media/image160.png"/><Relationship Id="rId7" Type="http://schemas.openxmlformats.org/officeDocument/2006/relationships/image" Target="../media/image112.png"/><Relationship Id="rId71" Type="http://schemas.openxmlformats.org/officeDocument/2006/relationships/image" Target="../media/image176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0.png"/><Relationship Id="rId18" Type="http://schemas.openxmlformats.org/officeDocument/2006/relationships/image" Target="../media/image195.svg"/><Relationship Id="rId26" Type="http://schemas.openxmlformats.org/officeDocument/2006/relationships/image" Target="../media/image203.svg"/><Relationship Id="rId39" Type="http://schemas.openxmlformats.org/officeDocument/2006/relationships/image" Target="../media/image216.png"/><Relationship Id="rId21" Type="http://schemas.openxmlformats.org/officeDocument/2006/relationships/image" Target="../media/image198.png"/><Relationship Id="rId34" Type="http://schemas.openxmlformats.org/officeDocument/2006/relationships/image" Target="../media/image211.svg"/><Relationship Id="rId42" Type="http://schemas.openxmlformats.org/officeDocument/2006/relationships/image" Target="../media/image219.svg"/><Relationship Id="rId47" Type="http://schemas.openxmlformats.org/officeDocument/2006/relationships/image" Target="../media/image224.png"/><Relationship Id="rId50" Type="http://schemas.openxmlformats.org/officeDocument/2006/relationships/image" Target="../media/image227.svg"/><Relationship Id="rId7" Type="http://schemas.openxmlformats.org/officeDocument/2006/relationships/image" Target="../media/image184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93.svg"/><Relationship Id="rId29" Type="http://schemas.openxmlformats.org/officeDocument/2006/relationships/image" Target="../media/image206.png"/><Relationship Id="rId11" Type="http://schemas.openxmlformats.org/officeDocument/2006/relationships/image" Target="../media/image188.png"/><Relationship Id="rId24" Type="http://schemas.openxmlformats.org/officeDocument/2006/relationships/image" Target="../media/image201.svg"/><Relationship Id="rId32" Type="http://schemas.openxmlformats.org/officeDocument/2006/relationships/image" Target="../media/image209.svg"/><Relationship Id="rId37" Type="http://schemas.openxmlformats.org/officeDocument/2006/relationships/image" Target="../media/image214.png"/><Relationship Id="rId40" Type="http://schemas.openxmlformats.org/officeDocument/2006/relationships/image" Target="../media/image217.svg"/><Relationship Id="rId45" Type="http://schemas.openxmlformats.org/officeDocument/2006/relationships/image" Target="../media/image222.png"/><Relationship Id="rId5" Type="http://schemas.openxmlformats.org/officeDocument/2006/relationships/image" Target="../media/image182.png"/><Relationship Id="rId15" Type="http://schemas.openxmlformats.org/officeDocument/2006/relationships/image" Target="../media/image192.png"/><Relationship Id="rId23" Type="http://schemas.openxmlformats.org/officeDocument/2006/relationships/image" Target="../media/image200.png"/><Relationship Id="rId28" Type="http://schemas.openxmlformats.org/officeDocument/2006/relationships/image" Target="../media/image205.svg"/><Relationship Id="rId36" Type="http://schemas.openxmlformats.org/officeDocument/2006/relationships/image" Target="../media/image213.svg"/><Relationship Id="rId49" Type="http://schemas.openxmlformats.org/officeDocument/2006/relationships/image" Target="../media/image226.png"/><Relationship Id="rId10" Type="http://schemas.openxmlformats.org/officeDocument/2006/relationships/image" Target="../media/image187.svg"/><Relationship Id="rId19" Type="http://schemas.openxmlformats.org/officeDocument/2006/relationships/image" Target="../media/image196.png"/><Relationship Id="rId31" Type="http://schemas.openxmlformats.org/officeDocument/2006/relationships/image" Target="../media/image208.png"/><Relationship Id="rId44" Type="http://schemas.openxmlformats.org/officeDocument/2006/relationships/image" Target="../media/image221.svg"/><Relationship Id="rId4" Type="http://schemas.openxmlformats.org/officeDocument/2006/relationships/image" Target="../media/image181.svg"/><Relationship Id="rId9" Type="http://schemas.openxmlformats.org/officeDocument/2006/relationships/image" Target="../media/image186.png"/><Relationship Id="rId14" Type="http://schemas.openxmlformats.org/officeDocument/2006/relationships/image" Target="../media/image191.svg"/><Relationship Id="rId22" Type="http://schemas.openxmlformats.org/officeDocument/2006/relationships/image" Target="../media/image199.svg"/><Relationship Id="rId27" Type="http://schemas.openxmlformats.org/officeDocument/2006/relationships/image" Target="../media/image204.png"/><Relationship Id="rId30" Type="http://schemas.openxmlformats.org/officeDocument/2006/relationships/image" Target="../media/image207.svg"/><Relationship Id="rId35" Type="http://schemas.openxmlformats.org/officeDocument/2006/relationships/image" Target="../media/image212.png"/><Relationship Id="rId43" Type="http://schemas.openxmlformats.org/officeDocument/2006/relationships/image" Target="../media/image220.png"/><Relationship Id="rId48" Type="http://schemas.openxmlformats.org/officeDocument/2006/relationships/image" Target="../media/image225.svg"/><Relationship Id="rId8" Type="http://schemas.openxmlformats.org/officeDocument/2006/relationships/image" Target="../media/image185.svg"/><Relationship Id="rId3" Type="http://schemas.openxmlformats.org/officeDocument/2006/relationships/image" Target="../media/image180.png"/><Relationship Id="rId12" Type="http://schemas.openxmlformats.org/officeDocument/2006/relationships/image" Target="../media/image189.svg"/><Relationship Id="rId17" Type="http://schemas.openxmlformats.org/officeDocument/2006/relationships/image" Target="../media/image194.png"/><Relationship Id="rId25" Type="http://schemas.openxmlformats.org/officeDocument/2006/relationships/image" Target="../media/image202.png"/><Relationship Id="rId33" Type="http://schemas.openxmlformats.org/officeDocument/2006/relationships/image" Target="../media/image210.png"/><Relationship Id="rId38" Type="http://schemas.openxmlformats.org/officeDocument/2006/relationships/image" Target="../media/image215.svg"/><Relationship Id="rId46" Type="http://schemas.openxmlformats.org/officeDocument/2006/relationships/image" Target="../media/image223.svg"/><Relationship Id="rId20" Type="http://schemas.openxmlformats.org/officeDocument/2006/relationships/image" Target="../media/image197.svg"/><Relationship Id="rId41" Type="http://schemas.openxmlformats.org/officeDocument/2006/relationships/image" Target="../media/image21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3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png"/><Relationship Id="rId13" Type="http://schemas.openxmlformats.org/officeDocument/2006/relationships/image" Target="../media/image238.png"/><Relationship Id="rId18" Type="http://schemas.openxmlformats.org/officeDocument/2006/relationships/image" Target="../media/image243.png"/><Relationship Id="rId3" Type="http://schemas.openxmlformats.org/officeDocument/2006/relationships/image" Target="../media/image228.png"/><Relationship Id="rId21" Type="http://schemas.openxmlformats.org/officeDocument/2006/relationships/image" Target="../media/image246.png"/><Relationship Id="rId7" Type="http://schemas.openxmlformats.org/officeDocument/2006/relationships/image" Target="../media/image232.png"/><Relationship Id="rId12" Type="http://schemas.openxmlformats.org/officeDocument/2006/relationships/image" Target="../media/image237.png"/><Relationship Id="rId17" Type="http://schemas.openxmlformats.org/officeDocument/2006/relationships/image" Target="../media/image242.png"/><Relationship Id="rId25" Type="http://schemas.openxmlformats.org/officeDocument/2006/relationships/image" Target="../media/image250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241.png"/><Relationship Id="rId20" Type="http://schemas.openxmlformats.org/officeDocument/2006/relationships/image" Target="../media/image24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1.png"/><Relationship Id="rId11" Type="http://schemas.openxmlformats.org/officeDocument/2006/relationships/image" Target="../media/image236.png"/><Relationship Id="rId24" Type="http://schemas.openxmlformats.org/officeDocument/2006/relationships/image" Target="../media/image249.png"/><Relationship Id="rId5" Type="http://schemas.openxmlformats.org/officeDocument/2006/relationships/image" Target="../media/image230.png"/><Relationship Id="rId15" Type="http://schemas.openxmlformats.org/officeDocument/2006/relationships/image" Target="../media/image240.png"/><Relationship Id="rId23" Type="http://schemas.openxmlformats.org/officeDocument/2006/relationships/image" Target="../media/image248.png"/><Relationship Id="rId10" Type="http://schemas.openxmlformats.org/officeDocument/2006/relationships/image" Target="../media/image235.png"/><Relationship Id="rId19" Type="http://schemas.openxmlformats.org/officeDocument/2006/relationships/image" Target="../media/image244.png"/><Relationship Id="rId4" Type="http://schemas.openxmlformats.org/officeDocument/2006/relationships/image" Target="../media/image229.png"/><Relationship Id="rId9" Type="http://schemas.openxmlformats.org/officeDocument/2006/relationships/image" Target="../media/image234.png"/><Relationship Id="rId14" Type="http://schemas.openxmlformats.org/officeDocument/2006/relationships/image" Target="../media/image239.png"/><Relationship Id="rId22" Type="http://schemas.openxmlformats.org/officeDocument/2006/relationships/image" Target="../media/image24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svg"/><Relationship Id="rId3" Type="http://schemas.openxmlformats.org/officeDocument/2006/relationships/image" Target="../media/image251.png"/><Relationship Id="rId7" Type="http://schemas.openxmlformats.org/officeDocument/2006/relationships/image" Target="../media/image254.png"/><Relationship Id="rId12" Type="http://schemas.openxmlformats.org/officeDocument/2006/relationships/image" Target="../media/image259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3.svg"/><Relationship Id="rId11" Type="http://schemas.openxmlformats.org/officeDocument/2006/relationships/image" Target="../media/image258.png"/><Relationship Id="rId5" Type="http://schemas.openxmlformats.org/officeDocument/2006/relationships/image" Target="../media/image30.png"/><Relationship Id="rId10" Type="http://schemas.openxmlformats.org/officeDocument/2006/relationships/image" Target="../media/image257.svg"/><Relationship Id="rId4" Type="http://schemas.openxmlformats.org/officeDocument/2006/relationships/image" Target="../media/image252.svg"/><Relationship Id="rId9" Type="http://schemas.openxmlformats.org/officeDocument/2006/relationships/image" Target="../media/image25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3.svg"/><Relationship Id="rId13" Type="http://schemas.openxmlformats.org/officeDocument/2006/relationships/image" Target="../media/image266.png"/><Relationship Id="rId3" Type="http://schemas.openxmlformats.org/officeDocument/2006/relationships/image" Target="../media/image251.png"/><Relationship Id="rId7" Type="http://schemas.openxmlformats.org/officeDocument/2006/relationships/image" Target="../media/image262.png"/><Relationship Id="rId12" Type="http://schemas.openxmlformats.org/officeDocument/2006/relationships/image" Target="../media/image265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1.svg"/><Relationship Id="rId11" Type="http://schemas.openxmlformats.org/officeDocument/2006/relationships/image" Target="../media/image264.png"/><Relationship Id="rId5" Type="http://schemas.openxmlformats.org/officeDocument/2006/relationships/image" Target="../media/image260.png"/><Relationship Id="rId10" Type="http://schemas.openxmlformats.org/officeDocument/2006/relationships/image" Target="../media/image33.svg"/><Relationship Id="rId4" Type="http://schemas.openxmlformats.org/officeDocument/2006/relationships/image" Target="../media/image252.svg"/><Relationship Id="rId9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13" Type="http://schemas.openxmlformats.org/officeDocument/2006/relationships/image" Target="../media/image275.png"/><Relationship Id="rId3" Type="http://schemas.openxmlformats.org/officeDocument/2006/relationships/image" Target="../media/image251.png"/><Relationship Id="rId7" Type="http://schemas.openxmlformats.org/officeDocument/2006/relationships/image" Target="../media/image269.png"/><Relationship Id="rId12" Type="http://schemas.openxmlformats.org/officeDocument/2006/relationships/image" Target="../media/image274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8.png"/><Relationship Id="rId11" Type="http://schemas.openxmlformats.org/officeDocument/2006/relationships/image" Target="../media/image273.png"/><Relationship Id="rId5" Type="http://schemas.openxmlformats.org/officeDocument/2006/relationships/image" Target="../media/image267.png"/><Relationship Id="rId10" Type="http://schemas.openxmlformats.org/officeDocument/2006/relationships/image" Target="../media/image272.svg"/><Relationship Id="rId4" Type="http://schemas.openxmlformats.org/officeDocument/2006/relationships/image" Target="../media/image252.svg"/><Relationship Id="rId9" Type="http://schemas.openxmlformats.org/officeDocument/2006/relationships/image" Target="../media/image271.png"/><Relationship Id="rId14" Type="http://schemas.openxmlformats.org/officeDocument/2006/relationships/image" Target="../media/image276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svg"/><Relationship Id="rId13" Type="http://schemas.openxmlformats.org/officeDocument/2006/relationships/image" Target="../media/image285.png"/><Relationship Id="rId3" Type="http://schemas.openxmlformats.org/officeDocument/2006/relationships/image" Target="../media/image251.png"/><Relationship Id="rId7" Type="http://schemas.openxmlformats.org/officeDocument/2006/relationships/image" Target="../media/image279.png"/><Relationship Id="rId12" Type="http://schemas.openxmlformats.org/officeDocument/2006/relationships/image" Target="../media/image284.sv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288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8.png"/><Relationship Id="rId11" Type="http://schemas.openxmlformats.org/officeDocument/2006/relationships/image" Target="../media/image283.png"/><Relationship Id="rId5" Type="http://schemas.openxmlformats.org/officeDocument/2006/relationships/image" Target="../media/image277.png"/><Relationship Id="rId15" Type="http://schemas.openxmlformats.org/officeDocument/2006/relationships/image" Target="../media/image287.png"/><Relationship Id="rId10" Type="http://schemas.openxmlformats.org/officeDocument/2006/relationships/image" Target="../media/image282.svg"/><Relationship Id="rId4" Type="http://schemas.openxmlformats.org/officeDocument/2006/relationships/image" Target="../media/image252.svg"/><Relationship Id="rId9" Type="http://schemas.openxmlformats.org/officeDocument/2006/relationships/image" Target="../media/image281.png"/><Relationship Id="rId14" Type="http://schemas.openxmlformats.org/officeDocument/2006/relationships/image" Target="../media/image286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2.svg"/><Relationship Id="rId13" Type="http://schemas.openxmlformats.org/officeDocument/2006/relationships/image" Target="../media/image42.png"/><Relationship Id="rId3" Type="http://schemas.openxmlformats.org/officeDocument/2006/relationships/image" Target="../media/image251.png"/><Relationship Id="rId7" Type="http://schemas.openxmlformats.org/officeDocument/2006/relationships/image" Target="../media/image291.png"/><Relationship Id="rId12" Type="http://schemas.openxmlformats.org/officeDocument/2006/relationships/image" Target="../media/image296.svg"/><Relationship Id="rId17" Type="http://schemas.openxmlformats.org/officeDocument/2006/relationships/image" Target="../media/image300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299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0.svg"/><Relationship Id="rId11" Type="http://schemas.openxmlformats.org/officeDocument/2006/relationships/image" Target="../media/image295.png"/><Relationship Id="rId5" Type="http://schemas.openxmlformats.org/officeDocument/2006/relationships/image" Target="../media/image289.png"/><Relationship Id="rId15" Type="http://schemas.openxmlformats.org/officeDocument/2006/relationships/image" Target="../media/image298.png"/><Relationship Id="rId10" Type="http://schemas.openxmlformats.org/officeDocument/2006/relationships/image" Target="../media/image294.svg"/><Relationship Id="rId4" Type="http://schemas.openxmlformats.org/officeDocument/2006/relationships/image" Target="../media/image252.svg"/><Relationship Id="rId9" Type="http://schemas.openxmlformats.org/officeDocument/2006/relationships/image" Target="../media/image293.png"/><Relationship Id="rId14" Type="http://schemas.openxmlformats.org/officeDocument/2006/relationships/image" Target="../media/image297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4.svg"/><Relationship Id="rId13" Type="http://schemas.openxmlformats.org/officeDocument/2006/relationships/image" Target="../media/image309.png"/><Relationship Id="rId18" Type="http://schemas.openxmlformats.org/officeDocument/2006/relationships/image" Target="../media/image313.svg"/><Relationship Id="rId3" Type="http://schemas.openxmlformats.org/officeDocument/2006/relationships/image" Target="../media/image251.png"/><Relationship Id="rId7" Type="http://schemas.openxmlformats.org/officeDocument/2006/relationships/image" Target="../media/image303.png"/><Relationship Id="rId12" Type="http://schemas.openxmlformats.org/officeDocument/2006/relationships/image" Target="../media/image308.svg"/><Relationship Id="rId17" Type="http://schemas.openxmlformats.org/officeDocument/2006/relationships/image" Target="../media/image312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311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2.svg"/><Relationship Id="rId11" Type="http://schemas.openxmlformats.org/officeDocument/2006/relationships/image" Target="../media/image307.png"/><Relationship Id="rId5" Type="http://schemas.openxmlformats.org/officeDocument/2006/relationships/image" Target="../media/image301.png"/><Relationship Id="rId15" Type="http://schemas.openxmlformats.org/officeDocument/2006/relationships/image" Target="../media/image69.png"/><Relationship Id="rId10" Type="http://schemas.openxmlformats.org/officeDocument/2006/relationships/image" Target="../media/image306.svg"/><Relationship Id="rId4" Type="http://schemas.openxmlformats.org/officeDocument/2006/relationships/image" Target="../media/image252.svg"/><Relationship Id="rId9" Type="http://schemas.openxmlformats.org/officeDocument/2006/relationships/image" Target="../media/image305.png"/><Relationship Id="rId14" Type="http://schemas.openxmlformats.org/officeDocument/2006/relationships/image" Target="../media/image310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7.svg"/><Relationship Id="rId13" Type="http://schemas.openxmlformats.org/officeDocument/2006/relationships/image" Target="../media/image44.png"/><Relationship Id="rId3" Type="http://schemas.openxmlformats.org/officeDocument/2006/relationships/image" Target="../media/image251.png"/><Relationship Id="rId7" Type="http://schemas.openxmlformats.org/officeDocument/2006/relationships/image" Target="../media/image316.png"/><Relationship Id="rId12" Type="http://schemas.openxmlformats.org/officeDocument/2006/relationships/image" Target="../media/image321.sv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323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5.svg"/><Relationship Id="rId11" Type="http://schemas.openxmlformats.org/officeDocument/2006/relationships/image" Target="../media/image320.png"/><Relationship Id="rId5" Type="http://schemas.openxmlformats.org/officeDocument/2006/relationships/image" Target="../media/image314.png"/><Relationship Id="rId15" Type="http://schemas.openxmlformats.org/officeDocument/2006/relationships/image" Target="../media/image322.png"/><Relationship Id="rId10" Type="http://schemas.openxmlformats.org/officeDocument/2006/relationships/image" Target="../media/image319.svg"/><Relationship Id="rId4" Type="http://schemas.openxmlformats.org/officeDocument/2006/relationships/image" Target="../media/image252.svg"/><Relationship Id="rId9" Type="http://schemas.openxmlformats.org/officeDocument/2006/relationships/image" Target="../media/image318.png"/><Relationship Id="rId14" Type="http://schemas.openxmlformats.org/officeDocument/2006/relationships/image" Target="../media/image45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7.svg"/><Relationship Id="rId13" Type="http://schemas.openxmlformats.org/officeDocument/2006/relationships/image" Target="../media/image332.svg"/><Relationship Id="rId18" Type="http://schemas.openxmlformats.org/officeDocument/2006/relationships/image" Target="../media/image337.svg"/><Relationship Id="rId26" Type="http://schemas.openxmlformats.org/officeDocument/2006/relationships/image" Target="../media/image343.png"/><Relationship Id="rId3" Type="http://schemas.openxmlformats.org/officeDocument/2006/relationships/image" Target="../media/image251.png"/><Relationship Id="rId21" Type="http://schemas.openxmlformats.org/officeDocument/2006/relationships/image" Target="../media/image340.png"/><Relationship Id="rId7" Type="http://schemas.openxmlformats.org/officeDocument/2006/relationships/image" Target="../media/image326.png"/><Relationship Id="rId12" Type="http://schemas.openxmlformats.org/officeDocument/2006/relationships/image" Target="../media/image331.png"/><Relationship Id="rId17" Type="http://schemas.openxmlformats.org/officeDocument/2006/relationships/image" Target="../media/image336.png"/><Relationship Id="rId25" Type="http://schemas.openxmlformats.org/officeDocument/2006/relationships/image" Target="../media/image342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335.svg"/><Relationship Id="rId20" Type="http://schemas.openxmlformats.org/officeDocument/2006/relationships/image" Target="../media/image339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5.png"/><Relationship Id="rId11" Type="http://schemas.openxmlformats.org/officeDocument/2006/relationships/image" Target="../media/image330.png"/><Relationship Id="rId24" Type="http://schemas.openxmlformats.org/officeDocument/2006/relationships/image" Target="../media/image49.svg"/><Relationship Id="rId5" Type="http://schemas.openxmlformats.org/officeDocument/2006/relationships/image" Target="../media/image324.png"/><Relationship Id="rId15" Type="http://schemas.openxmlformats.org/officeDocument/2006/relationships/image" Target="../media/image334.png"/><Relationship Id="rId23" Type="http://schemas.openxmlformats.org/officeDocument/2006/relationships/image" Target="../media/image48.png"/><Relationship Id="rId10" Type="http://schemas.openxmlformats.org/officeDocument/2006/relationships/image" Target="../media/image329.png"/><Relationship Id="rId19" Type="http://schemas.openxmlformats.org/officeDocument/2006/relationships/image" Target="../media/image338.png"/><Relationship Id="rId4" Type="http://schemas.openxmlformats.org/officeDocument/2006/relationships/image" Target="../media/image252.svg"/><Relationship Id="rId9" Type="http://schemas.openxmlformats.org/officeDocument/2006/relationships/image" Target="../media/image328.png"/><Relationship Id="rId14" Type="http://schemas.openxmlformats.org/officeDocument/2006/relationships/image" Target="../media/image333.png"/><Relationship Id="rId22" Type="http://schemas.openxmlformats.org/officeDocument/2006/relationships/image" Target="../media/image341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4.png"/><Relationship Id="rId7" Type="http://schemas.openxmlformats.org/officeDocument/2006/relationships/image" Target="../media/image34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7.svg"/><Relationship Id="rId5" Type="http://schemas.openxmlformats.org/officeDocument/2006/relationships/image" Target="../media/image346.png"/><Relationship Id="rId4" Type="http://schemas.openxmlformats.org/officeDocument/2006/relationships/image" Target="../media/image345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2.svg"/><Relationship Id="rId13" Type="http://schemas.openxmlformats.org/officeDocument/2006/relationships/image" Target="../media/image357.png"/><Relationship Id="rId3" Type="http://schemas.openxmlformats.org/officeDocument/2006/relationships/image" Target="../media/image251.png"/><Relationship Id="rId7" Type="http://schemas.openxmlformats.org/officeDocument/2006/relationships/image" Target="../media/image351.png"/><Relationship Id="rId12" Type="http://schemas.openxmlformats.org/officeDocument/2006/relationships/image" Target="../media/image356.sv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360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0.png"/><Relationship Id="rId11" Type="http://schemas.openxmlformats.org/officeDocument/2006/relationships/image" Target="../media/image355.png"/><Relationship Id="rId5" Type="http://schemas.openxmlformats.org/officeDocument/2006/relationships/image" Target="../media/image349.png"/><Relationship Id="rId15" Type="http://schemas.openxmlformats.org/officeDocument/2006/relationships/image" Target="../media/image359.png"/><Relationship Id="rId10" Type="http://schemas.openxmlformats.org/officeDocument/2006/relationships/image" Target="../media/image354.svg"/><Relationship Id="rId4" Type="http://schemas.openxmlformats.org/officeDocument/2006/relationships/image" Target="../media/image252.svg"/><Relationship Id="rId9" Type="http://schemas.openxmlformats.org/officeDocument/2006/relationships/image" Target="../media/image353.png"/><Relationship Id="rId14" Type="http://schemas.openxmlformats.org/officeDocument/2006/relationships/image" Target="../media/image358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4.svg"/><Relationship Id="rId13" Type="http://schemas.openxmlformats.org/officeDocument/2006/relationships/image" Target="../media/image369.png"/><Relationship Id="rId3" Type="http://schemas.openxmlformats.org/officeDocument/2006/relationships/image" Target="../media/image251.png"/><Relationship Id="rId7" Type="http://schemas.openxmlformats.org/officeDocument/2006/relationships/image" Target="../media/image363.png"/><Relationship Id="rId12" Type="http://schemas.openxmlformats.org/officeDocument/2006/relationships/image" Target="../media/image368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2.svg"/><Relationship Id="rId11" Type="http://schemas.openxmlformats.org/officeDocument/2006/relationships/image" Target="../media/image367.png"/><Relationship Id="rId5" Type="http://schemas.openxmlformats.org/officeDocument/2006/relationships/image" Target="../media/image361.png"/><Relationship Id="rId10" Type="http://schemas.openxmlformats.org/officeDocument/2006/relationships/image" Target="../media/image366.svg"/><Relationship Id="rId4" Type="http://schemas.openxmlformats.org/officeDocument/2006/relationships/image" Target="../media/image252.svg"/><Relationship Id="rId9" Type="http://schemas.openxmlformats.org/officeDocument/2006/relationships/image" Target="../media/image365.png"/><Relationship Id="rId14" Type="http://schemas.openxmlformats.org/officeDocument/2006/relationships/image" Target="../media/image370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4.svg"/><Relationship Id="rId3" Type="http://schemas.openxmlformats.org/officeDocument/2006/relationships/image" Target="../media/image251.png"/><Relationship Id="rId7" Type="http://schemas.openxmlformats.org/officeDocument/2006/relationships/image" Target="../media/image37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2.svg"/><Relationship Id="rId5" Type="http://schemas.openxmlformats.org/officeDocument/2006/relationships/image" Target="../media/image371.png"/><Relationship Id="rId4" Type="http://schemas.openxmlformats.org/officeDocument/2006/relationships/image" Target="../media/image252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8.svg"/><Relationship Id="rId3" Type="http://schemas.openxmlformats.org/officeDocument/2006/relationships/image" Target="../media/image251.png"/><Relationship Id="rId7" Type="http://schemas.openxmlformats.org/officeDocument/2006/relationships/image" Target="../media/image37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6.svg"/><Relationship Id="rId5" Type="http://schemas.openxmlformats.org/officeDocument/2006/relationships/image" Target="../media/image375.png"/><Relationship Id="rId10" Type="http://schemas.openxmlformats.org/officeDocument/2006/relationships/image" Target="../media/image380.png"/><Relationship Id="rId4" Type="http://schemas.openxmlformats.org/officeDocument/2006/relationships/image" Target="../media/image252.svg"/><Relationship Id="rId9" Type="http://schemas.openxmlformats.org/officeDocument/2006/relationships/image" Target="../media/image37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4.svg"/><Relationship Id="rId3" Type="http://schemas.openxmlformats.org/officeDocument/2006/relationships/image" Target="../media/image251.png"/><Relationship Id="rId7" Type="http://schemas.openxmlformats.org/officeDocument/2006/relationships/image" Target="../media/image38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2.svg"/><Relationship Id="rId5" Type="http://schemas.openxmlformats.org/officeDocument/2006/relationships/image" Target="../media/image381.png"/><Relationship Id="rId10" Type="http://schemas.openxmlformats.org/officeDocument/2006/relationships/image" Target="../media/image386.png"/><Relationship Id="rId4" Type="http://schemas.openxmlformats.org/officeDocument/2006/relationships/image" Target="../media/image252.svg"/><Relationship Id="rId9" Type="http://schemas.openxmlformats.org/officeDocument/2006/relationships/image" Target="../media/image38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svg"/><Relationship Id="rId13" Type="http://schemas.openxmlformats.org/officeDocument/2006/relationships/image" Target="../media/image395.png"/><Relationship Id="rId3" Type="http://schemas.openxmlformats.org/officeDocument/2006/relationships/image" Target="../media/image251.png"/><Relationship Id="rId7" Type="http://schemas.openxmlformats.org/officeDocument/2006/relationships/image" Target="../media/image389.png"/><Relationship Id="rId12" Type="http://schemas.openxmlformats.org/officeDocument/2006/relationships/image" Target="../media/image394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8.svg"/><Relationship Id="rId11" Type="http://schemas.openxmlformats.org/officeDocument/2006/relationships/image" Target="../media/image393.png"/><Relationship Id="rId5" Type="http://schemas.openxmlformats.org/officeDocument/2006/relationships/image" Target="../media/image387.png"/><Relationship Id="rId10" Type="http://schemas.openxmlformats.org/officeDocument/2006/relationships/image" Target="../media/image392.svg"/><Relationship Id="rId4" Type="http://schemas.openxmlformats.org/officeDocument/2006/relationships/image" Target="../media/image252.svg"/><Relationship Id="rId9" Type="http://schemas.openxmlformats.org/officeDocument/2006/relationships/image" Target="../media/image391.png"/><Relationship Id="rId14" Type="http://schemas.openxmlformats.org/officeDocument/2006/relationships/image" Target="../media/image396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98.sv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2.png"/><Relationship Id="rId3" Type="http://schemas.openxmlformats.org/officeDocument/2006/relationships/image" Target="../media/image251.png"/><Relationship Id="rId7" Type="http://schemas.openxmlformats.org/officeDocument/2006/relationships/image" Target="../media/image401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0.png"/><Relationship Id="rId5" Type="http://schemas.openxmlformats.org/officeDocument/2006/relationships/image" Target="../media/image399.png"/><Relationship Id="rId4" Type="http://schemas.openxmlformats.org/officeDocument/2006/relationships/image" Target="../media/image252.svg"/><Relationship Id="rId9" Type="http://schemas.openxmlformats.org/officeDocument/2006/relationships/image" Target="../media/image403.sv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7.svg"/><Relationship Id="rId13" Type="http://schemas.openxmlformats.org/officeDocument/2006/relationships/image" Target="../media/image412.png"/><Relationship Id="rId3" Type="http://schemas.openxmlformats.org/officeDocument/2006/relationships/image" Target="../media/image251.png"/><Relationship Id="rId7" Type="http://schemas.openxmlformats.org/officeDocument/2006/relationships/image" Target="../media/image406.png"/><Relationship Id="rId12" Type="http://schemas.openxmlformats.org/officeDocument/2006/relationships/image" Target="../media/image411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5.svg"/><Relationship Id="rId11" Type="http://schemas.openxmlformats.org/officeDocument/2006/relationships/image" Target="../media/image410.png"/><Relationship Id="rId5" Type="http://schemas.openxmlformats.org/officeDocument/2006/relationships/image" Target="../media/image404.png"/><Relationship Id="rId10" Type="http://schemas.openxmlformats.org/officeDocument/2006/relationships/image" Target="../media/image409.svg"/><Relationship Id="rId4" Type="http://schemas.openxmlformats.org/officeDocument/2006/relationships/image" Target="../media/image252.svg"/><Relationship Id="rId9" Type="http://schemas.openxmlformats.org/officeDocument/2006/relationships/image" Target="../media/image408.png"/><Relationship Id="rId14" Type="http://schemas.openxmlformats.org/officeDocument/2006/relationships/image" Target="../media/image413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15.sv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9.svg"/><Relationship Id="rId13" Type="http://schemas.openxmlformats.org/officeDocument/2006/relationships/image" Target="../media/image424.png"/><Relationship Id="rId3" Type="http://schemas.openxmlformats.org/officeDocument/2006/relationships/image" Target="../media/image251.png"/><Relationship Id="rId7" Type="http://schemas.openxmlformats.org/officeDocument/2006/relationships/image" Target="../media/image418.png"/><Relationship Id="rId12" Type="http://schemas.openxmlformats.org/officeDocument/2006/relationships/image" Target="../media/image423.sv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7.svg"/><Relationship Id="rId11" Type="http://schemas.openxmlformats.org/officeDocument/2006/relationships/image" Target="../media/image422.png"/><Relationship Id="rId5" Type="http://schemas.openxmlformats.org/officeDocument/2006/relationships/image" Target="../media/image416.png"/><Relationship Id="rId10" Type="http://schemas.openxmlformats.org/officeDocument/2006/relationships/image" Target="../media/image421.svg"/><Relationship Id="rId4" Type="http://schemas.openxmlformats.org/officeDocument/2006/relationships/image" Target="../media/image252.svg"/><Relationship Id="rId9" Type="http://schemas.openxmlformats.org/officeDocument/2006/relationships/image" Target="../media/image420.png"/><Relationship Id="rId14" Type="http://schemas.openxmlformats.org/officeDocument/2006/relationships/image" Target="../media/image425.sv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9.svg"/><Relationship Id="rId13" Type="http://schemas.openxmlformats.org/officeDocument/2006/relationships/image" Target="../media/image434.png"/><Relationship Id="rId3" Type="http://schemas.openxmlformats.org/officeDocument/2006/relationships/image" Target="../media/image251.png"/><Relationship Id="rId7" Type="http://schemas.openxmlformats.org/officeDocument/2006/relationships/image" Target="../media/image428.png"/><Relationship Id="rId12" Type="http://schemas.openxmlformats.org/officeDocument/2006/relationships/image" Target="../media/image433.sv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7.svg"/><Relationship Id="rId11" Type="http://schemas.openxmlformats.org/officeDocument/2006/relationships/image" Target="../media/image432.png"/><Relationship Id="rId5" Type="http://schemas.openxmlformats.org/officeDocument/2006/relationships/image" Target="../media/image426.png"/><Relationship Id="rId10" Type="http://schemas.openxmlformats.org/officeDocument/2006/relationships/image" Target="../media/image431.svg"/><Relationship Id="rId4" Type="http://schemas.openxmlformats.org/officeDocument/2006/relationships/image" Target="../media/image252.svg"/><Relationship Id="rId9" Type="http://schemas.openxmlformats.org/officeDocument/2006/relationships/image" Target="../media/image430.png"/><Relationship Id="rId14" Type="http://schemas.openxmlformats.org/officeDocument/2006/relationships/image" Target="../media/image435.sv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9.svg"/><Relationship Id="rId13" Type="http://schemas.openxmlformats.org/officeDocument/2006/relationships/image" Target="../media/image444.png"/><Relationship Id="rId3" Type="http://schemas.openxmlformats.org/officeDocument/2006/relationships/image" Target="../media/image251.png"/><Relationship Id="rId7" Type="http://schemas.openxmlformats.org/officeDocument/2006/relationships/image" Target="../media/image438.png"/><Relationship Id="rId12" Type="http://schemas.openxmlformats.org/officeDocument/2006/relationships/image" Target="../media/image44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7.svg"/><Relationship Id="rId11" Type="http://schemas.openxmlformats.org/officeDocument/2006/relationships/image" Target="../media/image442.png"/><Relationship Id="rId5" Type="http://schemas.openxmlformats.org/officeDocument/2006/relationships/image" Target="../media/image436.png"/><Relationship Id="rId10" Type="http://schemas.openxmlformats.org/officeDocument/2006/relationships/image" Target="../media/image441.png"/><Relationship Id="rId4" Type="http://schemas.openxmlformats.org/officeDocument/2006/relationships/image" Target="../media/image252.svg"/><Relationship Id="rId9" Type="http://schemas.openxmlformats.org/officeDocument/2006/relationships/image" Target="../media/image44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8.svg"/><Relationship Id="rId13" Type="http://schemas.openxmlformats.org/officeDocument/2006/relationships/image" Target="../media/image453.png"/><Relationship Id="rId3" Type="http://schemas.openxmlformats.org/officeDocument/2006/relationships/image" Target="../media/image251.png"/><Relationship Id="rId7" Type="http://schemas.openxmlformats.org/officeDocument/2006/relationships/image" Target="../media/image447.png"/><Relationship Id="rId12" Type="http://schemas.openxmlformats.org/officeDocument/2006/relationships/image" Target="../media/image452.sv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6.svg"/><Relationship Id="rId11" Type="http://schemas.openxmlformats.org/officeDocument/2006/relationships/image" Target="../media/image451.png"/><Relationship Id="rId5" Type="http://schemas.openxmlformats.org/officeDocument/2006/relationships/image" Target="../media/image445.png"/><Relationship Id="rId10" Type="http://schemas.openxmlformats.org/officeDocument/2006/relationships/image" Target="../media/image450.svg"/><Relationship Id="rId4" Type="http://schemas.openxmlformats.org/officeDocument/2006/relationships/image" Target="../media/image252.svg"/><Relationship Id="rId9" Type="http://schemas.openxmlformats.org/officeDocument/2006/relationships/image" Target="../media/image449.png"/><Relationship Id="rId14" Type="http://schemas.openxmlformats.org/officeDocument/2006/relationships/image" Target="../media/image454.sv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8.svg"/><Relationship Id="rId13" Type="http://schemas.openxmlformats.org/officeDocument/2006/relationships/image" Target="../media/image463.png"/><Relationship Id="rId3" Type="http://schemas.openxmlformats.org/officeDocument/2006/relationships/image" Target="../media/image251.png"/><Relationship Id="rId7" Type="http://schemas.openxmlformats.org/officeDocument/2006/relationships/image" Target="../media/image457.png"/><Relationship Id="rId12" Type="http://schemas.openxmlformats.org/officeDocument/2006/relationships/image" Target="../media/image462.sv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6.svg"/><Relationship Id="rId11" Type="http://schemas.openxmlformats.org/officeDocument/2006/relationships/image" Target="../media/image461.png"/><Relationship Id="rId5" Type="http://schemas.openxmlformats.org/officeDocument/2006/relationships/image" Target="../media/image455.png"/><Relationship Id="rId10" Type="http://schemas.openxmlformats.org/officeDocument/2006/relationships/image" Target="../media/image460.svg"/><Relationship Id="rId4" Type="http://schemas.openxmlformats.org/officeDocument/2006/relationships/image" Target="../media/image252.svg"/><Relationship Id="rId9" Type="http://schemas.openxmlformats.org/officeDocument/2006/relationships/image" Target="../media/image459.png"/><Relationship Id="rId14" Type="http://schemas.openxmlformats.org/officeDocument/2006/relationships/image" Target="../media/image464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66.sv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0.svg"/><Relationship Id="rId3" Type="http://schemas.openxmlformats.org/officeDocument/2006/relationships/image" Target="../media/image251.png"/><Relationship Id="rId7" Type="http://schemas.openxmlformats.org/officeDocument/2006/relationships/image" Target="../media/image469.png"/><Relationship Id="rId12" Type="http://schemas.openxmlformats.org/officeDocument/2006/relationships/image" Target="../media/image474.sv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68.svg"/><Relationship Id="rId11" Type="http://schemas.openxmlformats.org/officeDocument/2006/relationships/image" Target="../media/image473.png"/><Relationship Id="rId5" Type="http://schemas.openxmlformats.org/officeDocument/2006/relationships/image" Target="../media/image467.png"/><Relationship Id="rId10" Type="http://schemas.openxmlformats.org/officeDocument/2006/relationships/image" Target="../media/image472.svg"/><Relationship Id="rId4" Type="http://schemas.openxmlformats.org/officeDocument/2006/relationships/image" Target="../media/image252.svg"/><Relationship Id="rId9" Type="http://schemas.openxmlformats.org/officeDocument/2006/relationships/image" Target="../media/image471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8.svg"/><Relationship Id="rId3" Type="http://schemas.openxmlformats.org/officeDocument/2006/relationships/image" Target="../media/image251.png"/><Relationship Id="rId7" Type="http://schemas.openxmlformats.org/officeDocument/2006/relationships/image" Target="../media/image477.png"/><Relationship Id="rId12" Type="http://schemas.openxmlformats.org/officeDocument/2006/relationships/image" Target="../media/image482.sv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6.svg"/><Relationship Id="rId11" Type="http://schemas.openxmlformats.org/officeDocument/2006/relationships/image" Target="../media/image481.png"/><Relationship Id="rId5" Type="http://schemas.openxmlformats.org/officeDocument/2006/relationships/image" Target="../media/image475.png"/><Relationship Id="rId10" Type="http://schemas.openxmlformats.org/officeDocument/2006/relationships/image" Target="../media/image480.svg"/><Relationship Id="rId4" Type="http://schemas.openxmlformats.org/officeDocument/2006/relationships/image" Target="../media/image252.svg"/><Relationship Id="rId9" Type="http://schemas.openxmlformats.org/officeDocument/2006/relationships/image" Target="../media/image479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6.svg"/><Relationship Id="rId3" Type="http://schemas.openxmlformats.org/officeDocument/2006/relationships/image" Target="../media/image251.png"/><Relationship Id="rId7" Type="http://schemas.openxmlformats.org/officeDocument/2006/relationships/image" Target="../media/image48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4.svg"/><Relationship Id="rId5" Type="http://schemas.openxmlformats.org/officeDocument/2006/relationships/image" Target="../media/image483.png"/><Relationship Id="rId10" Type="http://schemas.openxmlformats.org/officeDocument/2006/relationships/image" Target="../media/image488.svg"/><Relationship Id="rId4" Type="http://schemas.openxmlformats.org/officeDocument/2006/relationships/image" Target="../media/image252.svg"/><Relationship Id="rId9" Type="http://schemas.openxmlformats.org/officeDocument/2006/relationships/image" Target="../media/image487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2.svg"/><Relationship Id="rId3" Type="http://schemas.openxmlformats.org/officeDocument/2006/relationships/image" Target="../media/image251.png"/><Relationship Id="rId7" Type="http://schemas.openxmlformats.org/officeDocument/2006/relationships/image" Target="../media/image49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0.svg"/><Relationship Id="rId11" Type="http://schemas.openxmlformats.org/officeDocument/2006/relationships/image" Target="../media/image495.png"/><Relationship Id="rId5" Type="http://schemas.openxmlformats.org/officeDocument/2006/relationships/image" Target="../media/image489.png"/><Relationship Id="rId10" Type="http://schemas.openxmlformats.org/officeDocument/2006/relationships/image" Target="../media/image494.svg"/><Relationship Id="rId4" Type="http://schemas.openxmlformats.org/officeDocument/2006/relationships/image" Target="../media/image252.svg"/><Relationship Id="rId9" Type="http://schemas.openxmlformats.org/officeDocument/2006/relationships/image" Target="../media/image49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97.sv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9.svg"/><Relationship Id="rId5" Type="http://schemas.openxmlformats.org/officeDocument/2006/relationships/image" Target="../media/image498.png"/><Relationship Id="rId4" Type="http://schemas.openxmlformats.org/officeDocument/2006/relationships/image" Target="../media/image252.sv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00.png"/><Relationship Id="rId4" Type="http://schemas.openxmlformats.org/officeDocument/2006/relationships/image" Target="../media/image252.sv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4.svg"/><Relationship Id="rId3" Type="http://schemas.openxmlformats.org/officeDocument/2006/relationships/image" Target="../media/image251.png"/><Relationship Id="rId7" Type="http://schemas.openxmlformats.org/officeDocument/2006/relationships/image" Target="../media/image50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02.svg"/><Relationship Id="rId5" Type="http://schemas.openxmlformats.org/officeDocument/2006/relationships/image" Target="../media/image501.png"/><Relationship Id="rId4" Type="http://schemas.openxmlformats.org/officeDocument/2006/relationships/image" Target="../media/image252.sv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8.svg"/><Relationship Id="rId13" Type="http://schemas.openxmlformats.org/officeDocument/2006/relationships/image" Target="../media/image513.png"/><Relationship Id="rId3" Type="http://schemas.openxmlformats.org/officeDocument/2006/relationships/image" Target="../media/image251.png"/><Relationship Id="rId7" Type="http://schemas.openxmlformats.org/officeDocument/2006/relationships/image" Target="../media/image507.png"/><Relationship Id="rId12" Type="http://schemas.openxmlformats.org/officeDocument/2006/relationships/image" Target="../media/image512.sv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06.svg"/><Relationship Id="rId11" Type="http://schemas.openxmlformats.org/officeDocument/2006/relationships/image" Target="../media/image511.png"/><Relationship Id="rId5" Type="http://schemas.openxmlformats.org/officeDocument/2006/relationships/image" Target="../media/image505.png"/><Relationship Id="rId10" Type="http://schemas.openxmlformats.org/officeDocument/2006/relationships/image" Target="../media/image510.svg"/><Relationship Id="rId4" Type="http://schemas.openxmlformats.org/officeDocument/2006/relationships/image" Target="../media/image252.svg"/><Relationship Id="rId9" Type="http://schemas.openxmlformats.org/officeDocument/2006/relationships/image" Target="../media/image509.png"/><Relationship Id="rId14" Type="http://schemas.openxmlformats.org/officeDocument/2006/relationships/image" Target="../media/image514.sv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8.svg"/><Relationship Id="rId13" Type="http://schemas.openxmlformats.org/officeDocument/2006/relationships/image" Target="../media/image523.png"/><Relationship Id="rId3" Type="http://schemas.openxmlformats.org/officeDocument/2006/relationships/image" Target="../media/image251.png"/><Relationship Id="rId7" Type="http://schemas.openxmlformats.org/officeDocument/2006/relationships/image" Target="../media/image517.png"/><Relationship Id="rId12" Type="http://schemas.openxmlformats.org/officeDocument/2006/relationships/image" Target="../media/image522.sv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6.svg"/><Relationship Id="rId11" Type="http://schemas.openxmlformats.org/officeDocument/2006/relationships/image" Target="../media/image521.png"/><Relationship Id="rId5" Type="http://schemas.openxmlformats.org/officeDocument/2006/relationships/image" Target="../media/image515.png"/><Relationship Id="rId10" Type="http://schemas.openxmlformats.org/officeDocument/2006/relationships/image" Target="../media/image520.svg"/><Relationship Id="rId4" Type="http://schemas.openxmlformats.org/officeDocument/2006/relationships/image" Target="../media/image252.svg"/><Relationship Id="rId9" Type="http://schemas.openxmlformats.org/officeDocument/2006/relationships/image" Target="../media/image519.png"/><Relationship Id="rId14" Type="http://schemas.openxmlformats.org/officeDocument/2006/relationships/image" Target="../media/image524.sv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8.svg"/><Relationship Id="rId13" Type="http://schemas.openxmlformats.org/officeDocument/2006/relationships/image" Target="../media/image533.png"/><Relationship Id="rId3" Type="http://schemas.openxmlformats.org/officeDocument/2006/relationships/image" Target="../media/image251.png"/><Relationship Id="rId7" Type="http://schemas.openxmlformats.org/officeDocument/2006/relationships/image" Target="../media/image527.png"/><Relationship Id="rId12" Type="http://schemas.openxmlformats.org/officeDocument/2006/relationships/image" Target="../media/image532.sv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26.svg"/><Relationship Id="rId11" Type="http://schemas.openxmlformats.org/officeDocument/2006/relationships/image" Target="../media/image531.png"/><Relationship Id="rId5" Type="http://schemas.openxmlformats.org/officeDocument/2006/relationships/image" Target="../media/image525.png"/><Relationship Id="rId10" Type="http://schemas.openxmlformats.org/officeDocument/2006/relationships/image" Target="../media/image530.svg"/><Relationship Id="rId4" Type="http://schemas.openxmlformats.org/officeDocument/2006/relationships/image" Target="../media/image252.svg"/><Relationship Id="rId9" Type="http://schemas.openxmlformats.org/officeDocument/2006/relationships/image" Target="../media/image529.png"/><Relationship Id="rId14" Type="http://schemas.openxmlformats.org/officeDocument/2006/relationships/image" Target="../media/image534.sv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6.svg"/><Relationship Id="rId3" Type="http://schemas.openxmlformats.org/officeDocument/2006/relationships/image" Target="../media/image251.png"/><Relationship Id="rId7" Type="http://schemas.openxmlformats.org/officeDocument/2006/relationships/image" Target="../media/image535.png"/><Relationship Id="rId12" Type="http://schemas.openxmlformats.org/officeDocument/2006/relationships/image" Target="../media/image53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11" Type="http://schemas.openxmlformats.org/officeDocument/2006/relationships/image" Target="../media/image304.svg"/><Relationship Id="rId5" Type="http://schemas.openxmlformats.org/officeDocument/2006/relationships/image" Target="../media/image10.png"/><Relationship Id="rId10" Type="http://schemas.openxmlformats.org/officeDocument/2006/relationships/image" Target="../media/image303.png"/><Relationship Id="rId4" Type="http://schemas.openxmlformats.org/officeDocument/2006/relationships/image" Target="../media/image252.svg"/><Relationship Id="rId9" Type="http://schemas.openxmlformats.org/officeDocument/2006/relationships/image" Target="../media/image5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7B863D5-3800-184E-A049-51FF9F1E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1" y="-1"/>
            <a:ext cx="12252961" cy="6861053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335"/>
            <a:ext cx="12192333" cy="6857330"/>
          </a:xfrm>
          <a:prstGeom prst="rect">
            <a:avLst/>
          </a:prstGeom>
          <a:noFill/>
          <a:ln/>
        </p:spPr>
      </p:sp>
      <p:sp>
        <p:nvSpPr>
          <p:cNvPr id="18" name="Shape 1"/>
          <p:cNvSpPr/>
          <p:nvPr/>
        </p:nvSpPr>
        <p:spPr>
          <a:xfrm>
            <a:off x="457212" y="457490"/>
            <a:ext cx="6239046" cy="2209584"/>
          </a:xfrm>
          <a:prstGeom prst="rect">
            <a:avLst/>
          </a:prstGeom>
          <a:noFill/>
          <a:ln/>
        </p:spPr>
      </p:sp>
      <p:sp>
        <p:nvSpPr>
          <p:cNvPr id="19" name="Text 2"/>
          <p:cNvSpPr/>
          <p:nvPr/>
        </p:nvSpPr>
        <p:spPr>
          <a:xfrm>
            <a:off x="457211" y="457491"/>
            <a:ext cx="8322721" cy="176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999"/>
              </a:lnSpc>
            </a:pPr>
            <a:r>
              <a:rPr lang="en-US" sz="5699" b="1" kern="0" spc="-114" dirty="0">
                <a:solidFill>
                  <a:srgbClr val="222222"/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NHN Cloud</a:t>
            </a:r>
            <a:endParaRPr lang="en-US" sz="5699" b="1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5999"/>
              </a:lnSpc>
            </a:pPr>
            <a:r>
              <a:rPr lang="en-US" sz="5699" b="1" kern="0" spc="-114" dirty="0">
                <a:solidFill>
                  <a:srgbClr val="222222"/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Architecture Icons</a:t>
            </a:r>
            <a:endParaRPr lang="en-US" sz="5699" b="1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3"/>
          <p:cNvSpPr/>
          <p:nvPr/>
        </p:nvSpPr>
        <p:spPr>
          <a:xfrm>
            <a:off x="457212" y="2209919"/>
            <a:ext cx="1314486" cy="457155"/>
          </a:xfrm>
          <a:prstGeom prst="rect">
            <a:avLst/>
          </a:prstGeom>
          <a:noFill/>
          <a:ln/>
        </p:spPr>
      </p:sp>
      <p:sp>
        <p:nvSpPr>
          <p:cNvPr id="21" name="Text 4"/>
          <p:cNvSpPr/>
          <p:nvPr/>
        </p:nvSpPr>
        <p:spPr>
          <a:xfrm>
            <a:off x="457213" y="2209920"/>
            <a:ext cx="1365287" cy="260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sz="1200" b="1" dirty="0">
                <a:solidFill>
                  <a:srgbClr val="222222"/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V. 2.2</a:t>
            </a:r>
            <a:endParaRPr lang="en-US" sz="1200" b="1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5"/>
          <p:cNvSpPr/>
          <p:nvPr/>
        </p:nvSpPr>
        <p:spPr>
          <a:xfrm>
            <a:off x="457213" y="2457545"/>
            <a:ext cx="1365287" cy="260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sz="1200" b="1" dirty="0">
                <a:solidFill>
                  <a:srgbClr val="222222"/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Update 2026.1.29</a:t>
            </a:r>
            <a:endParaRPr lang="en-US" sz="1200" b="1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그래픽 6">
            <a:extLst>
              <a:ext uri="{FF2B5EF4-FFF2-40B4-BE49-F238E27FC236}">
                <a16:creationId xmlns:a16="http://schemas.microsoft.com/office/drawing/2014/main" id="{C166636F-0665-894D-94CA-2B517A04B2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19027" y="6352999"/>
            <a:ext cx="13716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554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5C19C6DB-17A0-F14B-ABDD-3591CF58936A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Shape 0"/>
          <p:cNvSpPr/>
          <p:nvPr/>
        </p:nvSpPr>
        <p:spPr>
          <a:xfrm>
            <a:off x="8134573" y="457490"/>
            <a:ext cx="2905204" cy="380963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8134572" y="1143223"/>
            <a:ext cx="2505144" cy="380963"/>
          </a:xfrm>
          <a:prstGeom prst="rect">
            <a:avLst/>
          </a:prstGeom>
          <a:noFill/>
          <a:ln/>
        </p:spPr>
      </p:sp>
      <p:pic>
        <p:nvPicPr>
          <p:cNvPr id="8" name="Image 0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532" y="1600378"/>
            <a:ext cx="2543245" cy="247626"/>
          </a:xfrm>
          <a:prstGeom prst="rect">
            <a:avLst/>
          </a:prstGeom>
        </p:spPr>
      </p:pic>
      <p:pic>
        <p:nvPicPr>
          <p:cNvPr id="11" name="Image 1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532" y="1848004"/>
            <a:ext cx="2543245" cy="247626"/>
          </a:xfrm>
          <a:prstGeom prst="rect">
            <a:avLst/>
          </a:prstGeom>
        </p:spPr>
      </p:pic>
      <p:pic>
        <p:nvPicPr>
          <p:cNvPr id="14" name="Image 2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532" y="2095630"/>
            <a:ext cx="2543245" cy="24762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134572" y="2648026"/>
            <a:ext cx="2505144" cy="380963"/>
          </a:xfrm>
          <a:prstGeom prst="rect">
            <a:avLst/>
          </a:prstGeom>
          <a:noFill/>
          <a:ln/>
        </p:spPr>
      </p:sp>
      <p:pic>
        <p:nvPicPr>
          <p:cNvPr id="20" name="Image 3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532" y="3105182"/>
            <a:ext cx="2543245" cy="247626"/>
          </a:xfrm>
          <a:prstGeom prst="rect">
            <a:avLst/>
          </a:prstGeom>
        </p:spPr>
      </p:pic>
      <p:pic>
        <p:nvPicPr>
          <p:cNvPr id="23" name="Image 4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532" y="3352807"/>
            <a:ext cx="2543245" cy="247626"/>
          </a:xfrm>
          <a:prstGeom prst="rect">
            <a:avLst/>
          </a:prstGeom>
        </p:spPr>
      </p:pic>
      <p:pic>
        <p:nvPicPr>
          <p:cNvPr id="26" name="Image 5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532" y="3600433"/>
            <a:ext cx="2543245" cy="247626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8134572" y="4152829"/>
            <a:ext cx="2505144" cy="380963"/>
          </a:xfrm>
          <a:prstGeom prst="rect">
            <a:avLst/>
          </a:prstGeom>
          <a:noFill/>
          <a:ln/>
        </p:spPr>
      </p:sp>
      <p:pic>
        <p:nvPicPr>
          <p:cNvPr id="44" name="Image 10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532" y="5600488"/>
            <a:ext cx="2543245" cy="247626"/>
          </a:xfrm>
          <a:prstGeom prst="rect">
            <a:avLst/>
          </a:prstGeom>
        </p:spPr>
      </p:pic>
      <p:grpSp>
        <p:nvGrpSpPr>
          <p:cNvPr id="55" name="그룹 54">
            <a:extLst>
              <a:ext uri="{FF2B5EF4-FFF2-40B4-BE49-F238E27FC236}">
                <a16:creationId xmlns:a16="http://schemas.microsoft.com/office/drawing/2014/main" id="{865D0B44-6BD0-7041-9F50-D995E4515D2E}"/>
              </a:ext>
            </a:extLst>
          </p:cNvPr>
          <p:cNvGrpSpPr/>
          <p:nvPr/>
        </p:nvGrpSpPr>
        <p:grpSpPr>
          <a:xfrm>
            <a:off x="502809" y="4683003"/>
            <a:ext cx="2606746" cy="482553"/>
            <a:chOff x="3695469" y="522572"/>
            <a:chExt cx="2606746" cy="482553"/>
          </a:xfrm>
        </p:grpSpPr>
        <p:sp>
          <p:nvSpPr>
            <p:cNvPr id="3" name="Text 1"/>
            <p:cNvSpPr/>
            <p:nvPr/>
          </p:nvSpPr>
          <p:spPr>
            <a:xfrm>
              <a:off x="3695469" y="522572"/>
              <a:ext cx="273057" cy="4825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3000"/>
                </a:lnSpc>
              </a:pPr>
              <a:r>
                <a:rPr lang="en-US" sz="2400" b="1" kern="0" spc="-48">
                  <a:solidFill>
                    <a:srgbClr val="FFFFFF">
                      <a:alpha val="40000"/>
                    </a:srgbClr>
                  </a:solidFill>
                  <a:latin typeface="Arial" panose="020B0604020202020204" pitchFamily="34" charset="0"/>
                  <a:ea typeface="Arial Regular" pitchFamily="34" charset="-122"/>
                  <a:cs typeface="Arial" panose="020B0604020202020204" pitchFamily="34" charset="0"/>
                </a:rPr>
                <a:t>1</a:t>
              </a:r>
              <a:endParaRPr lang="en-US" sz="2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Text 2"/>
            <p:cNvSpPr/>
            <p:nvPr/>
          </p:nvSpPr>
          <p:spPr>
            <a:xfrm>
              <a:off x="4057428" y="522572"/>
              <a:ext cx="2244787" cy="4825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3000"/>
                </a:lnSpc>
              </a:pPr>
              <a:r>
                <a:rPr lang="en-US" sz="2400" b="1" kern="0" spc="-48">
                  <a:solidFill>
                    <a:srgbClr val="FFFFFF">
                      <a:alpha val="100000"/>
                    </a:srgbClr>
                  </a:solidFill>
                  <a:latin typeface="Arial" panose="020B0604020202020204" pitchFamily="34" charset="0"/>
                  <a:ea typeface="Arial Bold" pitchFamily="34" charset="-122"/>
                  <a:cs typeface="Arial" panose="020B0604020202020204" pitchFamily="34" charset="0"/>
                </a:rPr>
                <a:t>Introduction</a:t>
              </a:r>
              <a:endParaRPr lang="en-US" sz="2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5BBA8E17-E68A-674E-BAB6-E529AEF9505C}"/>
              </a:ext>
            </a:extLst>
          </p:cNvPr>
          <p:cNvGrpSpPr/>
          <p:nvPr/>
        </p:nvGrpSpPr>
        <p:grpSpPr>
          <a:xfrm>
            <a:off x="3312555" y="4683003"/>
            <a:ext cx="2606746" cy="1222255"/>
            <a:chOff x="3695469" y="1208305"/>
            <a:chExt cx="2606746" cy="1222255"/>
          </a:xfrm>
        </p:grpSpPr>
        <p:sp>
          <p:nvSpPr>
            <p:cNvPr id="6" name="Text 4"/>
            <p:cNvSpPr/>
            <p:nvPr/>
          </p:nvSpPr>
          <p:spPr>
            <a:xfrm>
              <a:off x="3695469" y="1208305"/>
              <a:ext cx="273057" cy="4825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3000"/>
                </a:lnSpc>
              </a:pPr>
              <a:r>
                <a:rPr lang="en-US" sz="2400" b="1" kern="0" spc="-48">
                  <a:solidFill>
                    <a:srgbClr val="FFFFFF">
                      <a:alpha val="40000"/>
                    </a:srgbClr>
                  </a:solidFill>
                  <a:latin typeface="Arial" panose="020B0604020202020204" pitchFamily="34" charset="0"/>
                  <a:ea typeface="Arial Regular" pitchFamily="34" charset="-122"/>
                  <a:cs typeface="Arial" panose="020B0604020202020204" pitchFamily="34" charset="0"/>
                </a:rPr>
                <a:t>2</a:t>
              </a:r>
              <a:endParaRPr lang="en-US" sz="2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4057428" y="1208305"/>
              <a:ext cx="2244787" cy="4825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3000"/>
                </a:lnSpc>
              </a:pPr>
              <a:r>
                <a:rPr lang="en-US" sz="2400" b="1" kern="0" spc="-48">
                  <a:solidFill>
                    <a:srgbClr val="FFFFFF">
                      <a:alpha val="100000"/>
                    </a:srgbClr>
                  </a:solidFill>
                  <a:latin typeface="Arial" panose="020B0604020202020204" pitchFamily="34" charset="0"/>
                  <a:ea typeface="Arial Bold" pitchFamily="34" charset="-122"/>
                  <a:cs typeface="Arial" panose="020B0604020202020204" pitchFamily="34" charset="0"/>
                </a:rPr>
                <a:t>Guidelines</a:t>
              </a:r>
              <a:endParaRPr lang="en-US" sz="2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 6"/>
            <p:cNvSpPr/>
            <p:nvPr/>
          </p:nvSpPr>
          <p:spPr>
            <a:xfrm>
              <a:off x="4057428" y="1684508"/>
              <a:ext cx="269882" cy="25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650"/>
                </a:lnSpc>
              </a:pPr>
              <a:r>
                <a:rPr lang="en-US" sz="975">
                  <a:solidFill>
                    <a:srgbClr val="FFFFFF">
                      <a:alpha val="40000"/>
                    </a:srgbClr>
                  </a:solidFill>
                  <a:latin typeface="Arial Regular" pitchFamily="34" charset="0"/>
                  <a:ea typeface="Arial Regular" pitchFamily="34" charset="-122"/>
                  <a:cs typeface="Arial Regular" pitchFamily="34" charset="-120"/>
                </a:rPr>
                <a:t>2.1</a:t>
              </a:r>
              <a:endParaRPr lang="en-US" sz="975"/>
            </a:p>
          </p:txBody>
        </p:sp>
        <p:sp>
          <p:nvSpPr>
            <p:cNvPr id="10" name="Text 7"/>
            <p:cNvSpPr/>
            <p:nvPr/>
          </p:nvSpPr>
          <p:spPr>
            <a:xfrm>
              <a:off x="4362237" y="1684508"/>
              <a:ext cx="641367" cy="25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650"/>
                </a:lnSpc>
              </a:pPr>
              <a:r>
                <a:rPr lang="en-US" sz="975">
                  <a:solidFill>
                    <a:srgbClr val="FFFFFF">
                      <a:alpha val="100000"/>
                    </a:srgbClr>
                  </a:solidFill>
                  <a:latin typeface="Arial Regular" pitchFamily="34" charset="0"/>
                  <a:ea typeface="Arial Regular" pitchFamily="34" charset="-122"/>
                  <a:cs typeface="Arial Regular" pitchFamily="34" charset="-120"/>
                </a:rPr>
                <a:t>Icon Types</a:t>
              </a:r>
              <a:endParaRPr lang="en-US" sz="975"/>
            </a:p>
          </p:txBody>
        </p:sp>
        <p:sp>
          <p:nvSpPr>
            <p:cNvPr id="12" name="Text 8"/>
            <p:cNvSpPr/>
            <p:nvPr/>
          </p:nvSpPr>
          <p:spPr>
            <a:xfrm>
              <a:off x="4057428" y="1932134"/>
              <a:ext cx="269882" cy="25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650"/>
                </a:lnSpc>
              </a:pPr>
              <a:r>
                <a:rPr lang="en-US" sz="975">
                  <a:solidFill>
                    <a:srgbClr val="FFFFFF">
                      <a:alpha val="40000"/>
                    </a:srgbClr>
                  </a:solidFill>
                  <a:latin typeface="Arial Regular" pitchFamily="34" charset="0"/>
                  <a:ea typeface="Arial Regular" pitchFamily="34" charset="-122"/>
                  <a:cs typeface="Arial Regular" pitchFamily="34" charset="-120"/>
                </a:rPr>
                <a:t>2.2</a:t>
              </a:r>
              <a:endParaRPr lang="en-US" sz="975"/>
            </a:p>
          </p:txBody>
        </p:sp>
        <p:sp>
          <p:nvSpPr>
            <p:cNvPr id="13" name="Text 9"/>
            <p:cNvSpPr/>
            <p:nvPr/>
          </p:nvSpPr>
          <p:spPr>
            <a:xfrm>
              <a:off x="4362237" y="1932134"/>
              <a:ext cx="450862" cy="25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650"/>
                </a:lnSpc>
              </a:pPr>
              <a:r>
                <a:rPr lang="en-US" sz="975">
                  <a:solidFill>
                    <a:srgbClr val="FFFFFF">
                      <a:alpha val="100000"/>
                    </a:srgbClr>
                  </a:solidFill>
                  <a:latin typeface="Arial Regular" pitchFamily="34" charset="0"/>
                  <a:ea typeface="Arial Regular" pitchFamily="34" charset="-122"/>
                  <a:cs typeface="Arial Regular" pitchFamily="34" charset="-120"/>
                </a:rPr>
                <a:t>Groups</a:t>
              </a:r>
              <a:endParaRPr lang="en-US" sz="975"/>
            </a:p>
          </p:txBody>
        </p:sp>
        <p:sp>
          <p:nvSpPr>
            <p:cNvPr id="15" name="Text 10"/>
            <p:cNvSpPr/>
            <p:nvPr/>
          </p:nvSpPr>
          <p:spPr>
            <a:xfrm>
              <a:off x="4057428" y="2179760"/>
              <a:ext cx="269882" cy="25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650"/>
                </a:lnSpc>
              </a:pPr>
              <a:r>
                <a:rPr lang="en-US" sz="975">
                  <a:solidFill>
                    <a:srgbClr val="FFFFFF">
                      <a:alpha val="40000"/>
                    </a:srgbClr>
                  </a:solidFill>
                  <a:latin typeface="Arial Regular" pitchFamily="34" charset="0"/>
                  <a:ea typeface="Arial Regular" pitchFamily="34" charset="-122"/>
                  <a:cs typeface="Arial Regular" pitchFamily="34" charset="-120"/>
                </a:rPr>
                <a:t>2.3</a:t>
              </a:r>
              <a:endParaRPr lang="en-US" sz="975"/>
            </a:p>
          </p:txBody>
        </p:sp>
        <p:sp>
          <p:nvSpPr>
            <p:cNvPr id="16" name="Text 11"/>
            <p:cNvSpPr/>
            <p:nvPr/>
          </p:nvSpPr>
          <p:spPr>
            <a:xfrm>
              <a:off x="4362237" y="2179760"/>
              <a:ext cx="431812" cy="25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650"/>
                </a:lnSpc>
              </a:pPr>
              <a:r>
                <a:rPr lang="en-US" sz="975">
                  <a:solidFill>
                    <a:srgbClr val="FFFFFF">
                      <a:alpha val="100000"/>
                    </a:srgbClr>
                  </a:solidFill>
                  <a:latin typeface="Arial Regular" pitchFamily="34" charset="0"/>
                  <a:ea typeface="Arial Regular" pitchFamily="34" charset="-122"/>
                  <a:cs typeface="Arial Regular" pitchFamily="34" charset="-120"/>
                </a:rPr>
                <a:t>Arrows</a:t>
              </a:r>
              <a:endParaRPr lang="en-US" sz="975"/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523145ED-D99F-3D43-B7A3-F115CBD6D27D}"/>
              </a:ext>
            </a:extLst>
          </p:cNvPr>
          <p:cNvGrpSpPr/>
          <p:nvPr/>
        </p:nvGrpSpPr>
        <p:grpSpPr>
          <a:xfrm>
            <a:off x="6028215" y="4683003"/>
            <a:ext cx="2632147" cy="1222255"/>
            <a:chOff x="3695469" y="2713108"/>
            <a:chExt cx="2632147" cy="1222255"/>
          </a:xfrm>
        </p:grpSpPr>
        <p:sp>
          <p:nvSpPr>
            <p:cNvPr id="18" name="Text 13"/>
            <p:cNvSpPr/>
            <p:nvPr/>
          </p:nvSpPr>
          <p:spPr>
            <a:xfrm>
              <a:off x="3695469" y="2713108"/>
              <a:ext cx="273057" cy="4825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3000"/>
                </a:lnSpc>
              </a:pPr>
              <a:r>
                <a:rPr lang="en-US" sz="2400" b="1" kern="0" spc="-48">
                  <a:solidFill>
                    <a:srgbClr val="FFFFFF">
                      <a:alpha val="40000"/>
                    </a:srgbClr>
                  </a:solidFill>
                  <a:latin typeface="Arial" panose="020B0604020202020204" pitchFamily="34" charset="0"/>
                  <a:ea typeface="Arial Regular" pitchFamily="34" charset="-122"/>
                  <a:cs typeface="Arial" panose="020B0604020202020204" pitchFamily="34" charset="0"/>
                </a:rPr>
                <a:t>3</a:t>
              </a:r>
              <a:endParaRPr lang="en-US" sz="2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Text 14"/>
            <p:cNvSpPr/>
            <p:nvPr/>
          </p:nvSpPr>
          <p:spPr>
            <a:xfrm>
              <a:off x="4057428" y="2713108"/>
              <a:ext cx="2244787" cy="4825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3000"/>
                </a:lnSpc>
              </a:pPr>
              <a:r>
                <a:rPr lang="en-US" sz="2400" b="1" kern="0" spc="-48">
                  <a:solidFill>
                    <a:srgbClr val="FFFFFF">
                      <a:alpha val="100000"/>
                    </a:srgbClr>
                  </a:solidFill>
                  <a:latin typeface="Arial" panose="020B0604020202020204" pitchFamily="34" charset="0"/>
                  <a:ea typeface="Arial Bold" pitchFamily="34" charset="-122"/>
                  <a:cs typeface="Arial" panose="020B0604020202020204" pitchFamily="34" charset="0"/>
                </a:rPr>
                <a:t>Examples</a:t>
              </a:r>
              <a:endParaRPr lang="en-US" sz="2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 15"/>
            <p:cNvSpPr/>
            <p:nvPr/>
          </p:nvSpPr>
          <p:spPr>
            <a:xfrm>
              <a:off x="4057428" y="3189311"/>
              <a:ext cx="269882" cy="25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650"/>
                </a:lnSpc>
              </a:pPr>
              <a:r>
                <a:rPr lang="en-US" sz="975">
                  <a:solidFill>
                    <a:srgbClr val="FFFFFF">
                      <a:alpha val="40000"/>
                    </a:srgbClr>
                  </a:solidFill>
                  <a:latin typeface="Arial Regular" pitchFamily="34" charset="0"/>
                  <a:ea typeface="Arial Regular" pitchFamily="34" charset="-122"/>
                  <a:cs typeface="Arial Regular" pitchFamily="34" charset="-120"/>
                </a:rPr>
                <a:t>3.1</a:t>
              </a:r>
              <a:endParaRPr lang="en-US" sz="975"/>
            </a:p>
          </p:txBody>
        </p:sp>
        <p:sp>
          <p:nvSpPr>
            <p:cNvPr id="22" name="Text 16"/>
            <p:cNvSpPr/>
            <p:nvPr/>
          </p:nvSpPr>
          <p:spPr>
            <a:xfrm>
              <a:off x="4362236" y="3189311"/>
              <a:ext cx="1298611" cy="25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650"/>
                </a:lnSpc>
              </a:pPr>
              <a:r>
                <a:rPr lang="en-US" sz="975">
                  <a:solidFill>
                    <a:srgbClr val="FFFFFF">
                      <a:alpha val="100000"/>
                    </a:srgbClr>
                  </a:solidFill>
                  <a:latin typeface="Arial Regular" pitchFamily="34" charset="0"/>
                  <a:ea typeface="Arial Regular" pitchFamily="34" charset="-122"/>
                  <a:cs typeface="Arial Regular" pitchFamily="34" charset="-120"/>
                </a:rPr>
                <a:t>Configuration Example</a:t>
              </a:r>
              <a:endParaRPr lang="en-US" sz="975"/>
            </a:p>
          </p:txBody>
        </p:sp>
        <p:sp>
          <p:nvSpPr>
            <p:cNvPr id="24" name="Text 17"/>
            <p:cNvSpPr/>
            <p:nvPr/>
          </p:nvSpPr>
          <p:spPr>
            <a:xfrm>
              <a:off x="4057428" y="3436937"/>
              <a:ext cx="269882" cy="25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650"/>
                </a:lnSpc>
              </a:pPr>
              <a:r>
                <a:rPr lang="en-US" sz="975">
                  <a:solidFill>
                    <a:srgbClr val="FFFFFF">
                      <a:alpha val="40000"/>
                    </a:srgbClr>
                  </a:solidFill>
                  <a:latin typeface="Arial Regular" pitchFamily="34" charset="0"/>
                  <a:ea typeface="Arial Regular" pitchFamily="34" charset="-122"/>
                  <a:cs typeface="Arial Regular" pitchFamily="34" charset="-120"/>
                </a:rPr>
                <a:t>3.2</a:t>
              </a:r>
              <a:endParaRPr lang="en-US" sz="975"/>
            </a:p>
          </p:txBody>
        </p:sp>
        <p:sp>
          <p:nvSpPr>
            <p:cNvPr id="25" name="Text 18"/>
            <p:cNvSpPr/>
            <p:nvPr/>
          </p:nvSpPr>
          <p:spPr>
            <a:xfrm>
              <a:off x="4362237" y="3436937"/>
              <a:ext cx="1965379" cy="25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650"/>
                </a:lnSpc>
              </a:pPr>
              <a:r>
                <a:rPr lang="en-US" sz="975">
                  <a:solidFill>
                    <a:srgbClr val="FFFFFF">
                      <a:alpha val="100000"/>
                    </a:srgbClr>
                  </a:solidFill>
                  <a:latin typeface="Arial Regular" pitchFamily="34" charset="0"/>
                  <a:ea typeface="Arial Regular" pitchFamily="34" charset="-122"/>
                  <a:cs typeface="Arial Regular" pitchFamily="34" charset="-120"/>
                </a:rPr>
                <a:t>Single VPC Configuration Example</a:t>
              </a:r>
              <a:endParaRPr lang="en-US" sz="975"/>
            </a:p>
          </p:txBody>
        </p:sp>
        <p:sp>
          <p:nvSpPr>
            <p:cNvPr id="27" name="Text 19"/>
            <p:cNvSpPr/>
            <p:nvPr/>
          </p:nvSpPr>
          <p:spPr>
            <a:xfrm>
              <a:off x="4057428" y="3684563"/>
              <a:ext cx="269882" cy="25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650"/>
                </a:lnSpc>
              </a:pPr>
              <a:r>
                <a:rPr lang="en-US" sz="975">
                  <a:solidFill>
                    <a:srgbClr val="FFFFFF">
                      <a:alpha val="40000"/>
                    </a:srgbClr>
                  </a:solidFill>
                  <a:latin typeface="Arial Regular" pitchFamily="34" charset="0"/>
                  <a:ea typeface="Arial Regular" pitchFamily="34" charset="-122"/>
                  <a:cs typeface="Arial Regular" pitchFamily="34" charset="-120"/>
                </a:rPr>
                <a:t>3.3</a:t>
              </a:r>
              <a:endParaRPr lang="en-US" sz="975"/>
            </a:p>
          </p:txBody>
        </p:sp>
        <p:sp>
          <p:nvSpPr>
            <p:cNvPr id="28" name="Text 20"/>
            <p:cNvSpPr/>
            <p:nvPr/>
          </p:nvSpPr>
          <p:spPr>
            <a:xfrm>
              <a:off x="4362236" y="3684563"/>
              <a:ext cx="1889177" cy="25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650"/>
                </a:lnSpc>
              </a:pPr>
              <a:r>
                <a:rPr lang="en-US" sz="975">
                  <a:solidFill>
                    <a:srgbClr val="FFFFFF">
                      <a:alpha val="100000"/>
                    </a:srgbClr>
                  </a:solidFill>
                  <a:latin typeface="Arial Regular" pitchFamily="34" charset="0"/>
                  <a:ea typeface="Arial Regular" pitchFamily="34" charset="-122"/>
                  <a:cs typeface="Arial Regular" pitchFamily="34" charset="-120"/>
                </a:rPr>
                <a:t>Multi VPC Configuration Example</a:t>
              </a:r>
              <a:endParaRPr lang="en-US" sz="975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A9346AE8-D1D1-844A-B7AB-64D1CA18095C}"/>
              </a:ext>
            </a:extLst>
          </p:cNvPr>
          <p:cNvGrpSpPr/>
          <p:nvPr/>
        </p:nvGrpSpPr>
        <p:grpSpPr>
          <a:xfrm>
            <a:off x="9158538" y="4683003"/>
            <a:ext cx="2606746" cy="1717507"/>
            <a:chOff x="3695469" y="4217911"/>
            <a:chExt cx="2606746" cy="1717507"/>
          </a:xfrm>
        </p:grpSpPr>
        <p:sp>
          <p:nvSpPr>
            <p:cNvPr id="30" name="Text 22"/>
            <p:cNvSpPr/>
            <p:nvPr/>
          </p:nvSpPr>
          <p:spPr>
            <a:xfrm>
              <a:off x="3695469" y="4217911"/>
              <a:ext cx="273057" cy="4825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3000"/>
                </a:lnSpc>
              </a:pPr>
              <a:r>
                <a:rPr lang="en-US" sz="2400" b="1" kern="0" spc="-48">
                  <a:solidFill>
                    <a:srgbClr val="FFFFFF">
                      <a:alpha val="40000"/>
                    </a:srgbClr>
                  </a:solidFill>
                  <a:latin typeface="Arial" panose="020B0604020202020204" pitchFamily="34" charset="0"/>
                  <a:ea typeface="Arial Regular" pitchFamily="34" charset="-122"/>
                  <a:cs typeface="Arial" panose="020B0604020202020204" pitchFamily="34" charset="0"/>
                </a:rPr>
                <a:t>4</a:t>
              </a:r>
              <a:endParaRPr lang="en-US" sz="2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Text 23"/>
            <p:cNvSpPr/>
            <p:nvPr/>
          </p:nvSpPr>
          <p:spPr>
            <a:xfrm>
              <a:off x="4057428" y="4217911"/>
              <a:ext cx="2244787" cy="4825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3000"/>
                </a:lnSpc>
              </a:pPr>
              <a:r>
                <a:rPr lang="en-US" sz="2400" b="1" kern="0" spc="-48">
                  <a:solidFill>
                    <a:srgbClr val="FFFFFF">
                      <a:alpha val="100000"/>
                    </a:srgbClr>
                  </a:solidFill>
                  <a:latin typeface="Arial" panose="020B0604020202020204" pitchFamily="34" charset="0"/>
                  <a:ea typeface="Arial Bold" pitchFamily="34" charset="-122"/>
                  <a:cs typeface="Arial" panose="020B0604020202020204" pitchFamily="34" charset="0"/>
                </a:rPr>
                <a:t>Icons</a:t>
              </a:r>
              <a:endParaRPr lang="en-US" sz="2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Text 24"/>
            <p:cNvSpPr/>
            <p:nvPr/>
          </p:nvSpPr>
          <p:spPr>
            <a:xfrm>
              <a:off x="4057428" y="4694114"/>
              <a:ext cx="269882" cy="25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650"/>
                </a:lnSpc>
              </a:pPr>
              <a:r>
                <a:rPr lang="en-US" sz="975">
                  <a:solidFill>
                    <a:srgbClr val="FFFFFF">
                      <a:alpha val="40000"/>
                    </a:srgbClr>
                  </a:solidFill>
                  <a:latin typeface="Arial Regular" pitchFamily="34" charset="0"/>
                  <a:ea typeface="Arial Regular" pitchFamily="34" charset="-122"/>
                  <a:cs typeface="Arial Regular" pitchFamily="34" charset="-120"/>
                </a:rPr>
                <a:t>4.1</a:t>
              </a:r>
              <a:endParaRPr lang="en-US" sz="975"/>
            </a:p>
          </p:txBody>
        </p:sp>
        <p:sp>
          <p:nvSpPr>
            <p:cNvPr id="34" name="Text 25"/>
            <p:cNvSpPr/>
            <p:nvPr/>
          </p:nvSpPr>
          <p:spPr>
            <a:xfrm>
              <a:off x="4362237" y="4694114"/>
              <a:ext cx="450862" cy="25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650"/>
                </a:lnSpc>
              </a:pPr>
              <a:r>
                <a:rPr lang="en-US" sz="975">
                  <a:solidFill>
                    <a:srgbClr val="FFFFFF">
                      <a:alpha val="100000"/>
                    </a:srgbClr>
                  </a:solidFill>
                  <a:latin typeface="Arial Regular" pitchFamily="34" charset="0"/>
                  <a:ea typeface="Arial Regular" pitchFamily="34" charset="-122"/>
                  <a:cs typeface="Arial Regular" pitchFamily="34" charset="-120"/>
                </a:rPr>
                <a:t>Groups</a:t>
              </a:r>
              <a:endParaRPr lang="en-US" sz="975"/>
            </a:p>
          </p:txBody>
        </p:sp>
        <p:sp>
          <p:nvSpPr>
            <p:cNvPr id="36" name="Text 26"/>
            <p:cNvSpPr/>
            <p:nvPr/>
          </p:nvSpPr>
          <p:spPr>
            <a:xfrm>
              <a:off x="4057428" y="4941740"/>
              <a:ext cx="269882" cy="25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650"/>
                </a:lnSpc>
              </a:pPr>
              <a:r>
                <a:rPr lang="en-US" sz="975">
                  <a:solidFill>
                    <a:srgbClr val="FFFFFF">
                      <a:alpha val="40000"/>
                    </a:srgbClr>
                  </a:solidFill>
                  <a:latin typeface="Arial Regular" pitchFamily="34" charset="0"/>
                  <a:ea typeface="Arial Regular" pitchFamily="34" charset="-122"/>
                  <a:cs typeface="Arial Regular" pitchFamily="34" charset="-120"/>
                </a:rPr>
                <a:t>4.2</a:t>
              </a:r>
              <a:endParaRPr lang="en-US" sz="975"/>
            </a:p>
          </p:txBody>
        </p:sp>
        <p:sp>
          <p:nvSpPr>
            <p:cNvPr id="37" name="Text 27"/>
            <p:cNvSpPr/>
            <p:nvPr/>
          </p:nvSpPr>
          <p:spPr>
            <a:xfrm>
              <a:off x="4362237" y="4941740"/>
              <a:ext cx="431812" cy="25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650"/>
                </a:lnSpc>
              </a:pPr>
              <a:r>
                <a:rPr lang="en-US" sz="975">
                  <a:solidFill>
                    <a:srgbClr val="FFFFFF">
                      <a:alpha val="100000"/>
                    </a:srgbClr>
                  </a:solidFill>
                  <a:latin typeface="Arial Regular" pitchFamily="34" charset="0"/>
                  <a:ea typeface="Arial Regular" pitchFamily="34" charset="-122"/>
                  <a:cs typeface="Arial Regular" pitchFamily="34" charset="-120"/>
                </a:rPr>
                <a:t>Arrows</a:t>
              </a:r>
              <a:endParaRPr lang="en-US" sz="975"/>
            </a:p>
          </p:txBody>
        </p:sp>
        <p:sp>
          <p:nvSpPr>
            <p:cNvPr id="39" name="Text 28"/>
            <p:cNvSpPr/>
            <p:nvPr/>
          </p:nvSpPr>
          <p:spPr>
            <a:xfrm>
              <a:off x="4057428" y="5189366"/>
              <a:ext cx="269882" cy="25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650"/>
                </a:lnSpc>
              </a:pPr>
              <a:r>
                <a:rPr lang="en-US" sz="975">
                  <a:solidFill>
                    <a:srgbClr val="FFFFFF">
                      <a:alpha val="40000"/>
                    </a:srgbClr>
                  </a:solidFill>
                  <a:latin typeface="Arial Regular" pitchFamily="34" charset="0"/>
                  <a:ea typeface="Arial Regular" pitchFamily="34" charset="-122"/>
                  <a:cs typeface="Arial Regular" pitchFamily="34" charset="-120"/>
                </a:rPr>
                <a:t>4.3</a:t>
              </a:r>
              <a:endParaRPr lang="en-US" sz="975"/>
            </a:p>
          </p:txBody>
        </p:sp>
        <p:sp>
          <p:nvSpPr>
            <p:cNvPr id="40" name="Text 29"/>
            <p:cNvSpPr/>
            <p:nvPr/>
          </p:nvSpPr>
          <p:spPr>
            <a:xfrm>
              <a:off x="4362237" y="5189366"/>
              <a:ext cx="1270035" cy="25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650"/>
                </a:lnSpc>
              </a:pPr>
              <a:r>
                <a:rPr lang="en-US" sz="975">
                  <a:solidFill>
                    <a:srgbClr val="FFFFFF">
                      <a:alpha val="100000"/>
                    </a:srgbClr>
                  </a:solidFill>
                  <a:latin typeface="Arial Regular" pitchFamily="34" charset="0"/>
                  <a:ea typeface="Arial Regular" pitchFamily="34" charset="-122"/>
                  <a:cs typeface="Arial Regular" pitchFamily="34" charset="-120"/>
                </a:rPr>
                <a:t>Identity &amp; Governance</a:t>
              </a:r>
              <a:endParaRPr lang="en-US" sz="975"/>
            </a:p>
          </p:txBody>
        </p:sp>
        <p:sp>
          <p:nvSpPr>
            <p:cNvPr id="42" name="Text 30"/>
            <p:cNvSpPr/>
            <p:nvPr/>
          </p:nvSpPr>
          <p:spPr>
            <a:xfrm>
              <a:off x="4057428" y="5436992"/>
              <a:ext cx="269882" cy="25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650"/>
                </a:lnSpc>
              </a:pPr>
              <a:r>
                <a:rPr lang="en-US" sz="975">
                  <a:solidFill>
                    <a:srgbClr val="FFFFFF">
                      <a:alpha val="40000"/>
                    </a:srgbClr>
                  </a:solidFill>
                  <a:latin typeface="Arial Regular" pitchFamily="34" charset="0"/>
                  <a:ea typeface="Arial Regular" pitchFamily="34" charset="-122"/>
                  <a:cs typeface="Arial Regular" pitchFamily="34" charset="-120"/>
                </a:rPr>
                <a:t>4.4</a:t>
              </a:r>
              <a:endParaRPr lang="en-US" sz="975"/>
            </a:p>
          </p:txBody>
        </p:sp>
        <p:sp>
          <p:nvSpPr>
            <p:cNvPr id="43" name="Text 31"/>
            <p:cNvSpPr/>
            <p:nvPr/>
          </p:nvSpPr>
          <p:spPr>
            <a:xfrm>
              <a:off x="4362236" y="5436992"/>
              <a:ext cx="1117631" cy="25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650"/>
                </a:lnSpc>
              </a:pPr>
              <a:r>
                <a:rPr lang="en-US" sz="975" dirty="0">
                  <a:solidFill>
                    <a:srgbClr val="FFFFFF">
                      <a:alpha val="100000"/>
                    </a:srgbClr>
                  </a:solidFill>
                  <a:latin typeface="Arial Regular" pitchFamily="34" charset="0"/>
                  <a:ea typeface="Arial Regular" pitchFamily="34" charset="-122"/>
                  <a:cs typeface="Arial Regular" pitchFamily="34" charset="-120"/>
                </a:rPr>
                <a:t>General Icons</a:t>
              </a:r>
              <a:endParaRPr lang="en-US" sz="975" dirty="0"/>
            </a:p>
          </p:txBody>
        </p:sp>
        <p:sp>
          <p:nvSpPr>
            <p:cNvPr id="45" name="Text 32"/>
            <p:cNvSpPr/>
            <p:nvPr/>
          </p:nvSpPr>
          <p:spPr>
            <a:xfrm>
              <a:off x="4057428" y="5684618"/>
              <a:ext cx="269882" cy="25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650"/>
                </a:lnSpc>
              </a:pPr>
              <a:r>
                <a:rPr lang="en-US" sz="975">
                  <a:solidFill>
                    <a:srgbClr val="FFFFFF">
                      <a:alpha val="40000"/>
                    </a:srgbClr>
                  </a:solidFill>
                  <a:latin typeface="Arial Regular" pitchFamily="34" charset="0"/>
                  <a:ea typeface="Arial Regular" pitchFamily="34" charset="-122"/>
                  <a:cs typeface="Arial Regular" pitchFamily="34" charset="-120"/>
                </a:rPr>
                <a:t>4.5</a:t>
              </a:r>
              <a:endParaRPr lang="en-US" sz="975"/>
            </a:p>
          </p:txBody>
        </p:sp>
        <p:sp>
          <p:nvSpPr>
            <p:cNvPr id="46" name="Text 33"/>
            <p:cNvSpPr/>
            <p:nvPr/>
          </p:nvSpPr>
          <p:spPr>
            <a:xfrm>
              <a:off x="4362237" y="5684618"/>
              <a:ext cx="517539" cy="25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650"/>
                </a:lnSpc>
              </a:pPr>
              <a:r>
                <a:rPr lang="en-US" sz="975">
                  <a:solidFill>
                    <a:srgbClr val="FFFFFF">
                      <a:alpha val="100000"/>
                    </a:srgbClr>
                  </a:solidFill>
                  <a:latin typeface="Arial Regular" pitchFamily="34" charset="0"/>
                  <a:ea typeface="Arial Regular" pitchFamily="34" charset="-122"/>
                  <a:cs typeface="Arial Regular" pitchFamily="34" charset="-120"/>
                </a:rPr>
                <a:t>Services</a:t>
              </a:r>
              <a:endParaRPr lang="en-US" sz="975"/>
            </a:p>
          </p:txBody>
        </p:sp>
      </p:grpSp>
      <p:sp>
        <p:nvSpPr>
          <p:cNvPr id="48" name="Text 2">
            <a:extLst>
              <a:ext uri="{FF2B5EF4-FFF2-40B4-BE49-F238E27FC236}">
                <a16:creationId xmlns:a16="http://schemas.microsoft.com/office/drawing/2014/main" id="{B441FB3B-2AF4-624B-8D8E-924A23326CA0}"/>
              </a:ext>
            </a:extLst>
          </p:cNvPr>
          <p:cNvSpPr/>
          <p:nvPr/>
        </p:nvSpPr>
        <p:spPr>
          <a:xfrm>
            <a:off x="457213" y="457156"/>
            <a:ext cx="4575963" cy="749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499"/>
              </a:lnSpc>
            </a:pPr>
            <a:r>
              <a:rPr lang="en-US" sz="4199" b="1" kern="0" spc="-84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Contents</a:t>
            </a:r>
            <a:endParaRPr lang="en-US" sz="4199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13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15AF422A-1019-654F-94AF-94DFACF31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335"/>
            <a:ext cx="12192333" cy="6857330"/>
          </a:xfrm>
          <a:prstGeom prst="rect">
            <a:avLst/>
          </a:prstGeom>
          <a:noFill/>
          <a:ln/>
        </p:spPr>
      </p:sp>
      <p:sp>
        <p:nvSpPr>
          <p:cNvPr id="9" name="Shape 1"/>
          <p:cNvSpPr/>
          <p:nvPr/>
        </p:nvSpPr>
        <p:spPr>
          <a:xfrm>
            <a:off x="457212" y="3143278"/>
            <a:ext cx="2800427" cy="571444"/>
          </a:xfrm>
          <a:prstGeom prst="rect">
            <a:avLst/>
          </a:prstGeom>
          <a:noFill/>
          <a:ln/>
        </p:spPr>
      </p:sp>
      <p:sp>
        <p:nvSpPr>
          <p:cNvPr id="10" name="Text 2"/>
          <p:cNvSpPr/>
          <p:nvPr/>
        </p:nvSpPr>
        <p:spPr>
          <a:xfrm>
            <a:off x="457213" y="457323"/>
            <a:ext cx="482613" cy="749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499"/>
              </a:lnSpc>
            </a:pPr>
            <a:r>
              <a:rPr lang="en-US" sz="4199" b="1" kern="0" spc="-84">
                <a:solidFill>
                  <a:schemeClr val="bg1"/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1</a:t>
            </a:r>
            <a:endParaRPr lang="en-US" sz="4199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3"/>
          <p:cNvSpPr/>
          <p:nvPr/>
        </p:nvSpPr>
        <p:spPr>
          <a:xfrm>
            <a:off x="2386710" y="457323"/>
            <a:ext cx="3097663" cy="749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499"/>
              </a:lnSpc>
            </a:pPr>
            <a:r>
              <a:rPr lang="en-US" sz="4199" b="1" kern="0" spc="-84" dirty="0">
                <a:solidFill>
                  <a:schemeClr val="bg1"/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Introduction</a:t>
            </a:r>
            <a:endParaRPr lang="en-US" sz="4199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125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23B68D4-1985-5E45-8AFE-C39A62B8A97F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" name="Shape 0"/>
          <p:cNvSpPr/>
          <p:nvPr/>
        </p:nvSpPr>
        <p:spPr>
          <a:xfrm>
            <a:off x="3048083" y="457490"/>
            <a:ext cx="8687038" cy="1466707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2388052" y="457491"/>
            <a:ext cx="8731489" cy="787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0"/>
              </a:lnSpc>
            </a:pPr>
            <a:r>
              <a:rPr lang="en-US" sz="1000" kern="0" spc="-21" dirty="0">
                <a:solidFill>
                  <a:srgbClr val="FFFFFF">
                    <a:alpha val="100000"/>
                  </a:srgbClr>
                </a:solidFill>
                <a:latin typeface="Malgun Gothic Bold" pitchFamily="34" charset="0"/>
                <a:ea typeface="Malgun Gothic Bold" pitchFamily="34" charset="-122"/>
                <a:cs typeface="Malgun Gothic Bold" pitchFamily="34" charset="-120"/>
              </a:rPr>
              <a:t>본 문서는 NHN Cloud 아키텍처 다이어그램을 그리는데 필요한</a:t>
            </a:r>
            <a:endParaRPr lang="en-US" sz="1000" dirty="0"/>
          </a:p>
          <a:p>
            <a:pPr>
              <a:lnSpc>
                <a:spcPts val="1950"/>
              </a:lnSpc>
            </a:pPr>
            <a:r>
              <a:rPr lang="en-US" sz="1000" kern="0" spc="-21" dirty="0">
                <a:solidFill>
                  <a:srgbClr val="FFFFFF">
                    <a:alpha val="100000"/>
                  </a:srgbClr>
                </a:solidFill>
                <a:latin typeface="Malgun Gothic Bold" pitchFamily="34" charset="0"/>
                <a:ea typeface="Malgun Gothic Bold" pitchFamily="34" charset="-122"/>
                <a:cs typeface="Malgun Gothic Bold" pitchFamily="34" charset="-120"/>
              </a:rPr>
              <a:t>NHN Cloud 서비스 아이콘, </a:t>
            </a:r>
            <a:r>
              <a:rPr lang="en-US" sz="1000" kern="0" spc="-21" dirty="0" err="1">
                <a:solidFill>
                  <a:srgbClr val="FFFFFF">
                    <a:alpha val="100000"/>
                  </a:srgbClr>
                </a:solidFill>
                <a:latin typeface="Malgun Gothic Bold" pitchFamily="34" charset="0"/>
                <a:ea typeface="Malgun Gothic Bold" pitchFamily="34" charset="-122"/>
                <a:cs typeface="Malgun Gothic Bold" pitchFamily="34" charset="-120"/>
              </a:rPr>
              <a:t>리소스</a:t>
            </a:r>
            <a:r>
              <a:rPr lang="en-US" sz="1000" kern="0" spc="-21" dirty="0">
                <a:solidFill>
                  <a:srgbClr val="FFFFFF">
                    <a:alpha val="100000"/>
                  </a:srgbClr>
                </a:solidFill>
                <a:latin typeface="Malgun Gothic Bold" pitchFamily="34" charset="0"/>
                <a:ea typeface="Malgun Gothic Bold" pitchFamily="34" charset="-122"/>
                <a:cs typeface="Malgun Gothic Bold" pitchFamily="34" charset="-120"/>
              </a:rPr>
              <a:t> </a:t>
            </a:r>
            <a:r>
              <a:rPr lang="en-US" sz="1000" kern="0" spc="-21" dirty="0" err="1">
                <a:solidFill>
                  <a:srgbClr val="FFFFFF">
                    <a:alpha val="100000"/>
                  </a:srgbClr>
                </a:solidFill>
                <a:latin typeface="Malgun Gothic Bold" pitchFamily="34" charset="0"/>
                <a:ea typeface="Malgun Gothic Bold" pitchFamily="34" charset="-122"/>
                <a:cs typeface="Malgun Gothic Bold" pitchFamily="34" charset="-120"/>
              </a:rPr>
              <a:t>아이콘</a:t>
            </a:r>
            <a:r>
              <a:rPr lang="en-US" sz="1000" kern="0" spc="-21" dirty="0">
                <a:solidFill>
                  <a:srgbClr val="FFFFFF">
                    <a:alpha val="100000"/>
                  </a:srgbClr>
                </a:solidFill>
                <a:latin typeface="Malgun Gothic Bold" pitchFamily="34" charset="0"/>
                <a:ea typeface="Malgun Gothic Bold" pitchFamily="34" charset="-122"/>
                <a:cs typeface="Malgun Gothic Bold" pitchFamily="34" charset="-120"/>
              </a:rPr>
              <a:t> 및 </a:t>
            </a:r>
            <a:r>
              <a:rPr lang="en-US" sz="1000" kern="0" spc="-21" dirty="0" err="1">
                <a:solidFill>
                  <a:srgbClr val="FFFFFF">
                    <a:alpha val="100000"/>
                  </a:srgbClr>
                </a:solidFill>
                <a:latin typeface="Malgun Gothic Bold" pitchFamily="34" charset="0"/>
                <a:ea typeface="Malgun Gothic Bold" pitchFamily="34" charset="-122"/>
                <a:cs typeface="Malgun Gothic Bold" pitchFamily="34" charset="-120"/>
              </a:rPr>
              <a:t>일반</a:t>
            </a:r>
            <a:r>
              <a:rPr lang="en-US" sz="1000" kern="0" spc="-21" dirty="0">
                <a:solidFill>
                  <a:srgbClr val="FFFFFF">
                    <a:alpha val="100000"/>
                  </a:srgbClr>
                </a:solidFill>
                <a:latin typeface="Malgun Gothic Bold" pitchFamily="34" charset="0"/>
                <a:ea typeface="Malgun Gothic Bold" pitchFamily="34" charset="-122"/>
                <a:cs typeface="Malgun Gothic Bold" pitchFamily="34" charset="-120"/>
              </a:rPr>
              <a:t> </a:t>
            </a:r>
            <a:r>
              <a:rPr lang="en-US" sz="1000" kern="0" spc="-21" dirty="0" err="1">
                <a:solidFill>
                  <a:srgbClr val="FFFFFF">
                    <a:alpha val="100000"/>
                  </a:srgbClr>
                </a:solidFill>
                <a:latin typeface="Malgun Gothic Bold" pitchFamily="34" charset="0"/>
                <a:ea typeface="Malgun Gothic Bold" pitchFamily="34" charset="-122"/>
                <a:cs typeface="Malgun Gothic Bold" pitchFamily="34" charset="-120"/>
              </a:rPr>
              <a:t>아이콘을</a:t>
            </a:r>
            <a:r>
              <a:rPr lang="en-US" altLang="ko-KR" sz="1000" kern="0" spc="-21" dirty="0">
                <a:solidFill>
                  <a:srgbClr val="FFFFFF">
                    <a:alpha val="100000"/>
                  </a:srgbClr>
                </a:solidFill>
                <a:latin typeface="Malgun Gothic Bold" pitchFamily="34" charset="0"/>
                <a:ea typeface="Malgun Gothic Bold" pitchFamily="34" charset="-122"/>
                <a:cs typeface="Malgun Gothic Bold" pitchFamily="34" charset="-120"/>
              </a:rPr>
              <a:t> </a:t>
            </a:r>
            <a:r>
              <a:rPr lang="en-US" altLang="ko-KR" sz="1000" kern="0" spc="-21" dirty="0" err="1">
                <a:solidFill>
                  <a:srgbClr val="FFFFFF">
                    <a:alpha val="100000"/>
                  </a:srgbClr>
                </a:solidFill>
                <a:latin typeface="Malgun Gothic Bold" pitchFamily="34" charset="0"/>
                <a:ea typeface="Malgun Gothic Bold" pitchFamily="34" charset="-122"/>
                <a:cs typeface="Malgun Gothic Bold" pitchFamily="34" charset="-120"/>
              </a:rPr>
              <a:t>제공합니다</a:t>
            </a:r>
            <a:r>
              <a:rPr lang="en-US" altLang="ko-KR" sz="1000" kern="0" spc="-21" dirty="0">
                <a:solidFill>
                  <a:srgbClr val="FFFFFF">
                    <a:alpha val="100000"/>
                  </a:srgbClr>
                </a:solidFill>
                <a:latin typeface="Malgun Gothic Bold" pitchFamily="34" charset="0"/>
                <a:ea typeface="Malgun Gothic Bold" pitchFamily="34" charset="-122"/>
                <a:cs typeface="Malgun Gothic Bold" pitchFamily="34" charset="-120"/>
              </a:rPr>
              <a:t>.</a:t>
            </a:r>
            <a:endParaRPr lang="en-US" sz="1000" dirty="0"/>
          </a:p>
          <a:p>
            <a:pPr>
              <a:lnSpc>
                <a:spcPts val="1950"/>
              </a:lnSpc>
            </a:pPr>
            <a:r>
              <a:rPr lang="en-US" sz="1000" kern="0" spc="-21" dirty="0">
                <a:solidFill>
                  <a:srgbClr val="FFFFFF">
                    <a:alpha val="100000"/>
                  </a:srgbClr>
                </a:solidFill>
                <a:latin typeface="Malgun Gothic Bold" pitchFamily="34" charset="0"/>
                <a:ea typeface="Malgun Gothic Bold" pitchFamily="34" charset="-122"/>
                <a:cs typeface="Malgun Gothic Bold" pitchFamily="34" charset="-120"/>
              </a:rPr>
              <a:t>이를 활용해 고객 중심의 일관된 NHN Cloud 아키텍처 </a:t>
            </a:r>
            <a:r>
              <a:rPr lang="en-US" sz="1000" kern="0" spc="-21" dirty="0" err="1">
                <a:solidFill>
                  <a:srgbClr val="FFFFFF">
                    <a:alpha val="100000"/>
                  </a:srgbClr>
                </a:solidFill>
                <a:latin typeface="Malgun Gothic Bold" pitchFamily="34" charset="0"/>
                <a:ea typeface="Malgun Gothic Bold" pitchFamily="34" charset="-122"/>
                <a:cs typeface="Malgun Gothic Bold" pitchFamily="34" charset="-120"/>
              </a:rPr>
              <a:t>다이어그램을</a:t>
            </a:r>
            <a:r>
              <a:rPr lang="en-US" sz="1000" kern="0" spc="-21" dirty="0">
                <a:solidFill>
                  <a:srgbClr val="FFFFFF">
                    <a:alpha val="100000"/>
                  </a:srgbClr>
                </a:solidFill>
                <a:latin typeface="Malgun Gothic Bold" pitchFamily="34" charset="0"/>
                <a:ea typeface="Malgun Gothic Bold" pitchFamily="34" charset="-122"/>
                <a:cs typeface="Malgun Gothic Bold" pitchFamily="34" charset="-120"/>
              </a:rPr>
              <a:t> </a:t>
            </a:r>
            <a:r>
              <a:rPr lang="ko-KR" altLang="en-US" sz="1000" kern="0" spc="-21" dirty="0">
                <a:solidFill>
                  <a:srgbClr val="FFFFFF">
                    <a:alpha val="100000"/>
                  </a:srgbClr>
                </a:solidFill>
                <a:latin typeface="Malgun Gothic Bold" pitchFamily="34" charset="0"/>
                <a:ea typeface="Malgun Gothic Bold" pitchFamily="34" charset="-122"/>
                <a:cs typeface="Malgun Gothic Bold" pitchFamily="34" charset="-120"/>
              </a:rPr>
              <a:t>그릴</a:t>
            </a:r>
            <a:r>
              <a:rPr lang="en-US" sz="1000" kern="0" spc="-21" dirty="0">
                <a:solidFill>
                  <a:srgbClr val="FFFFFF">
                    <a:alpha val="100000"/>
                  </a:srgbClr>
                </a:solidFill>
                <a:latin typeface="Malgun Gothic Bold" pitchFamily="34" charset="0"/>
                <a:ea typeface="Malgun Gothic Bold" pitchFamily="34" charset="-122"/>
                <a:cs typeface="Malgun Gothic Bold" pitchFamily="34" charset="-120"/>
              </a:rPr>
              <a:t> 수 있습니다.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388052" y="1389190"/>
            <a:ext cx="8731489" cy="539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0"/>
              </a:lnSpc>
            </a:pPr>
            <a:r>
              <a:rPr lang="en-US" sz="1000" kern="0" spc="-21" dirty="0">
                <a:solidFill>
                  <a:srgbClr val="FFFFFF">
                    <a:alpha val="100000"/>
                  </a:srgbClr>
                </a:solidFill>
                <a:latin typeface="Malgun Gothic Bold" pitchFamily="34" charset="0"/>
                <a:ea typeface="Malgun Gothic Bold" pitchFamily="34" charset="-122"/>
                <a:cs typeface="Malgun Gothic Bold" pitchFamily="34" charset="-120"/>
              </a:rPr>
              <a:t>다음 장에서 나올 아이콘, 그룹, </a:t>
            </a:r>
            <a:r>
              <a:rPr lang="en-US" sz="1000" kern="0" spc="-21" dirty="0" err="1">
                <a:solidFill>
                  <a:srgbClr val="FFFFFF">
                    <a:alpha val="100000"/>
                  </a:srgbClr>
                </a:solidFill>
                <a:latin typeface="Malgun Gothic Bold" pitchFamily="34" charset="0"/>
                <a:ea typeface="Malgun Gothic Bold" pitchFamily="34" charset="-122"/>
                <a:cs typeface="Malgun Gothic Bold" pitchFamily="34" charset="-120"/>
              </a:rPr>
              <a:t>선과</a:t>
            </a:r>
            <a:r>
              <a:rPr lang="en-US" sz="1000" kern="0" spc="-21" dirty="0">
                <a:solidFill>
                  <a:srgbClr val="FFFFFF">
                    <a:alpha val="100000"/>
                  </a:srgbClr>
                </a:solidFill>
                <a:latin typeface="Malgun Gothic Bold" pitchFamily="34" charset="0"/>
                <a:ea typeface="Malgun Gothic Bold" pitchFamily="34" charset="-122"/>
                <a:cs typeface="Malgun Gothic Bold" pitchFamily="34" charset="-120"/>
              </a:rPr>
              <a:t> </a:t>
            </a:r>
            <a:r>
              <a:rPr lang="en-US" sz="1000" kern="0" spc="-21" dirty="0" err="1">
                <a:solidFill>
                  <a:srgbClr val="FFFFFF">
                    <a:alpha val="100000"/>
                  </a:srgbClr>
                </a:solidFill>
                <a:latin typeface="Malgun Gothic Bold" pitchFamily="34" charset="0"/>
                <a:ea typeface="Malgun Gothic Bold" pitchFamily="34" charset="-122"/>
                <a:cs typeface="Malgun Gothic Bold" pitchFamily="34" charset="-120"/>
              </a:rPr>
              <a:t>같은</a:t>
            </a:r>
            <a:r>
              <a:rPr lang="en-US" sz="1000" kern="0" spc="-21" dirty="0">
                <a:solidFill>
                  <a:srgbClr val="FFFFFF">
                    <a:alpha val="100000"/>
                  </a:srgbClr>
                </a:solidFill>
                <a:latin typeface="Malgun Gothic Bold" pitchFamily="34" charset="0"/>
                <a:ea typeface="Malgun Gothic Bold" pitchFamily="34" charset="-122"/>
                <a:cs typeface="Malgun Gothic Bold" pitchFamily="34" charset="-120"/>
              </a:rPr>
              <a:t> 요소를 활용하여</a:t>
            </a:r>
            <a:endParaRPr lang="en-US" sz="1000" dirty="0"/>
          </a:p>
          <a:p>
            <a:pPr>
              <a:lnSpc>
                <a:spcPts val="1950"/>
              </a:lnSpc>
            </a:pPr>
            <a:r>
              <a:rPr lang="en-US" sz="1000" kern="0" spc="-21" dirty="0">
                <a:solidFill>
                  <a:srgbClr val="FFFFFF">
                    <a:alpha val="100000"/>
                  </a:srgbClr>
                </a:solidFill>
                <a:latin typeface="Malgun Gothic Bold" pitchFamily="34" charset="0"/>
                <a:ea typeface="Malgun Gothic Bold" pitchFamily="34" charset="-122"/>
                <a:cs typeface="Malgun Gothic Bold" pitchFamily="34" charset="-120"/>
              </a:rPr>
              <a:t>복잡한 클라우드 토폴로지를 시각화하여 신뢰할 수 있는 </a:t>
            </a:r>
            <a:r>
              <a:rPr lang="en-US" sz="1000" kern="0" spc="-21" dirty="0" err="1">
                <a:solidFill>
                  <a:srgbClr val="FFFFFF">
                    <a:alpha val="100000"/>
                  </a:srgbClr>
                </a:solidFill>
                <a:latin typeface="Malgun Gothic Bold" pitchFamily="34" charset="0"/>
                <a:ea typeface="Malgun Gothic Bold" pitchFamily="34" charset="-122"/>
                <a:cs typeface="Malgun Gothic Bold" pitchFamily="34" charset="-120"/>
              </a:rPr>
              <a:t>클라우드</a:t>
            </a:r>
            <a:r>
              <a:rPr lang="en-US" sz="1000" kern="0" spc="-21" dirty="0">
                <a:solidFill>
                  <a:srgbClr val="FFFFFF">
                    <a:alpha val="100000"/>
                  </a:srgbClr>
                </a:solidFill>
                <a:latin typeface="Malgun Gothic Bold" pitchFamily="34" charset="0"/>
                <a:ea typeface="Malgun Gothic Bold" pitchFamily="34" charset="-122"/>
                <a:cs typeface="Malgun Gothic Bold" pitchFamily="34" charset="-120"/>
              </a:rPr>
              <a:t> </a:t>
            </a:r>
            <a:r>
              <a:rPr lang="en-US" sz="1000" kern="0" spc="-21" dirty="0" err="1">
                <a:solidFill>
                  <a:srgbClr val="FFFFFF">
                    <a:alpha val="100000"/>
                  </a:srgbClr>
                </a:solidFill>
                <a:latin typeface="Malgun Gothic Bold" pitchFamily="34" charset="0"/>
                <a:ea typeface="Malgun Gothic Bold" pitchFamily="34" charset="-122"/>
                <a:cs typeface="Malgun Gothic Bold" pitchFamily="34" charset="-120"/>
              </a:rPr>
              <a:t>아키텍처</a:t>
            </a:r>
            <a:r>
              <a:rPr lang="ko-KR" altLang="en-US" sz="1000" kern="0" spc="-21" dirty="0">
                <a:solidFill>
                  <a:srgbClr val="FFFFFF">
                    <a:alpha val="100000"/>
                  </a:srgbClr>
                </a:solidFill>
                <a:latin typeface="Malgun Gothic Bold" pitchFamily="34" charset="0"/>
                <a:ea typeface="Malgun Gothic Bold" pitchFamily="34" charset="-122"/>
                <a:cs typeface="Malgun Gothic Bold" pitchFamily="34" charset="-120"/>
              </a:rPr>
              <a:t>를 구축할 수 있습니다</a:t>
            </a:r>
            <a:r>
              <a:rPr lang="en-US" sz="1000" kern="0" spc="-21" dirty="0">
                <a:solidFill>
                  <a:srgbClr val="FFFFFF">
                    <a:alpha val="100000"/>
                  </a:srgbClr>
                </a:solidFill>
                <a:latin typeface="Malgun Gothic Bold" pitchFamily="34" charset="0"/>
                <a:ea typeface="Malgun Gothic Bold" pitchFamily="34" charset="-122"/>
                <a:cs typeface="Malgun Gothic Bold" pitchFamily="34" charset="-120"/>
              </a:rPr>
              <a:t>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048083" y="2686122"/>
            <a:ext cx="8687038" cy="800022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2388052" y="2686123"/>
            <a:ext cx="8728314" cy="498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000" kern="0" spc="-19" dirty="0">
                <a:solidFill>
                  <a:srgbClr val="FFFFFF">
                    <a:alpha val="100000"/>
                  </a:srgbClr>
                </a:solidFill>
                <a:latin typeface="Malgun Gothic Regular" pitchFamily="34" charset="0"/>
                <a:ea typeface="Malgun Gothic Regular" pitchFamily="34" charset="-122"/>
                <a:cs typeface="Malgun Gothic Regular" pitchFamily="34" charset="-120"/>
              </a:rPr>
              <a:t>아이콘 파일은 본 PPT 문서 외 아래의 링크를 통해서 다운받으실 수 있습니다.</a:t>
            </a:r>
            <a:endParaRPr lang="en-US" sz="1000" dirty="0"/>
          </a:p>
          <a:p>
            <a:pPr>
              <a:lnSpc>
                <a:spcPts val="1800"/>
              </a:lnSpc>
            </a:pPr>
            <a:r>
              <a:rPr lang="en-US" sz="1000" kern="0" spc="-19" dirty="0" err="1">
                <a:solidFill>
                  <a:srgbClr val="FFFFFF">
                    <a:alpha val="100000"/>
                  </a:srgbClr>
                </a:solidFill>
                <a:latin typeface="Malgun Gothic Regular" pitchFamily="34" charset="0"/>
                <a:ea typeface="Malgun Gothic Regular" pitchFamily="34" charset="-122"/>
                <a:cs typeface="Malgun Gothic Regular" pitchFamily="34" charset="-120"/>
              </a:rPr>
              <a:t>원하는</a:t>
            </a:r>
            <a:r>
              <a:rPr lang="en-US" sz="1000" kern="0" spc="-19" dirty="0">
                <a:solidFill>
                  <a:srgbClr val="FFFFFF">
                    <a:alpha val="100000"/>
                  </a:srgbClr>
                </a:solidFill>
                <a:latin typeface="Malgun Gothic Regular" pitchFamily="34" charset="0"/>
                <a:ea typeface="Malgun Gothic Regular" pitchFamily="34" charset="-122"/>
                <a:cs typeface="Malgun Gothic Regular" pitchFamily="34" charset="-120"/>
              </a:rPr>
              <a:t> </a:t>
            </a:r>
            <a:r>
              <a:rPr lang="en-US" sz="1000" kern="0" spc="-19" dirty="0" err="1">
                <a:solidFill>
                  <a:srgbClr val="FFFFFF">
                    <a:alpha val="100000"/>
                  </a:srgbClr>
                </a:solidFill>
                <a:latin typeface="Malgun Gothic Regular" pitchFamily="34" charset="0"/>
                <a:ea typeface="Malgun Gothic Regular" pitchFamily="34" charset="-122"/>
                <a:cs typeface="Malgun Gothic Regular" pitchFamily="34" charset="-120"/>
              </a:rPr>
              <a:t>컬러</a:t>
            </a:r>
            <a:r>
              <a:rPr lang="ko-KR" altLang="en-US" sz="1000" kern="0" spc="-19" dirty="0">
                <a:solidFill>
                  <a:srgbClr val="FFFFFF">
                    <a:alpha val="100000"/>
                  </a:srgbClr>
                </a:solidFill>
                <a:latin typeface="Malgun Gothic Regular" pitchFamily="34" charset="0"/>
                <a:ea typeface="Malgun Gothic Regular" pitchFamily="34" charset="-122"/>
                <a:cs typeface="Malgun Gothic Regular" pitchFamily="34" charset="-120"/>
              </a:rPr>
              <a:t>와 </a:t>
            </a:r>
            <a:r>
              <a:rPr lang="en-US" sz="1000" kern="0" spc="-19" dirty="0" err="1">
                <a:solidFill>
                  <a:srgbClr val="FFFFFF">
                    <a:alpha val="100000"/>
                  </a:srgbClr>
                </a:solidFill>
                <a:latin typeface="Malgun Gothic Regular" pitchFamily="34" charset="0"/>
                <a:ea typeface="Malgun Gothic Regular" pitchFamily="34" charset="-122"/>
                <a:cs typeface="Malgun Gothic Regular" pitchFamily="34" charset="-120"/>
              </a:rPr>
              <a:t>파일</a:t>
            </a:r>
            <a:r>
              <a:rPr lang="en-US" sz="1000" kern="0" spc="-19" dirty="0">
                <a:solidFill>
                  <a:srgbClr val="FFFFFF">
                    <a:alpha val="100000"/>
                  </a:srgbClr>
                </a:solidFill>
                <a:latin typeface="Malgun Gothic Regular" pitchFamily="34" charset="0"/>
                <a:ea typeface="Malgun Gothic Regular" pitchFamily="34" charset="-122"/>
                <a:cs typeface="Malgun Gothic Regular" pitchFamily="34" charset="-120"/>
              </a:rPr>
              <a:t> 형식의 아이콘을 다운받으실 수 있습니다.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88052" y="3257567"/>
            <a:ext cx="8728314" cy="2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000" dirty="0">
                <a:hlinkClick r:id="rId3"/>
              </a:rPr>
              <a:t>https://github.com/nhn-cloud/Icons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81011" y="529500"/>
            <a:ext cx="162603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FFFFFF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Introduction</a:t>
            </a:r>
            <a:endParaRPr lang="en-US" sz="2000" b="1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84681A0B-2D4A-7743-9A83-FC94CDA085EB}"/>
              </a:ext>
            </a:extLst>
          </p:cNvPr>
          <p:cNvSpPr/>
          <p:nvPr/>
        </p:nvSpPr>
        <p:spPr>
          <a:xfrm>
            <a:off x="11668419" y="6444354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6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04</a:t>
            </a:r>
            <a:endParaRPr lang="en-US" sz="900" dirty="0">
              <a:solidFill>
                <a:srgbClr val="BBBBBB">
                  <a:alpha val="60000"/>
                </a:srgbClr>
              </a:solidFill>
              <a:latin typeface="Arial" panose="020B0604020202020204" pitchFamily="34" charset="0"/>
              <a:ea typeface="Arial Bold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649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D6612F24-C476-554E-B881-94BCEAA37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335"/>
            <a:ext cx="12192333" cy="6857330"/>
          </a:xfrm>
          <a:prstGeom prst="rect">
            <a:avLst/>
          </a:prstGeom>
          <a:noFill/>
          <a:ln/>
        </p:spPr>
      </p:sp>
      <p:sp>
        <p:nvSpPr>
          <p:cNvPr id="9" name="Shape 1"/>
          <p:cNvSpPr/>
          <p:nvPr/>
        </p:nvSpPr>
        <p:spPr>
          <a:xfrm>
            <a:off x="457212" y="3143278"/>
            <a:ext cx="2800427" cy="571444"/>
          </a:xfrm>
          <a:prstGeom prst="rect">
            <a:avLst/>
          </a:prstGeom>
          <a:noFill/>
          <a:ln/>
        </p:spPr>
      </p:sp>
      <p:sp>
        <p:nvSpPr>
          <p:cNvPr id="10" name="Text 2"/>
          <p:cNvSpPr/>
          <p:nvPr/>
        </p:nvSpPr>
        <p:spPr>
          <a:xfrm>
            <a:off x="457213" y="457323"/>
            <a:ext cx="482613" cy="749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499"/>
              </a:lnSpc>
            </a:pPr>
            <a:r>
              <a:rPr lang="en-US" sz="4199" b="1" kern="0" spc="-84" dirty="0">
                <a:solidFill>
                  <a:schemeClr val="bg1"/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2</a:t>
            </a:r>
            <a:endParaRPr lang="en-US" sz="4199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3"/>
          <p:cNvSpPr/>
          <p:nvPr/>
        </p:nvSpPr>
        <p:spPr>
          <a:xfrm>
            <a:off x="2385368" y="457323"/>
            <a:ext cx="2800427" cy="749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499"/>
              </a:lnSpc>
            </a:pPr>
            <a:r>
              <a:rPr lang="en-US" sz="4199" b="1" kern="0" spc="-84" dirty="0">
                <a:solidFill>
                  <a:schemeClr val="bg1"/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Guidelines</a:t>
            </a:r>
            <a:endParaRPr lang="en-US" sz="4199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9517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8836A32F-21E3-5045-A48C-C5A098DB23E3}"/>
              </a:ext>
            </a:extLst>
          </p:cNvPr>
          <p:cNvSpPr/>
          <p:nvPr/>
        </p:nvSpPr>
        <p:spPr>
          <a:xfrm>
            <a:off x="8086486" y="1405715"/>
            <a:ext cx="3724504" cy="4917181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2128F26-2973-4E4F-925D-617239A55F80}"/>
              </a:ext>
            </a:extLst>
          </p:cNvPr>
          <p:cNvSpPr/>
          <p:nvPr/>
        </p:nvSpPr>
        <p:spPr>
          <a:xfrm>
            <a:off x="4233831" y="1405715"/>
            <a:ext cx="3747515" cy="4917181"/>
          </a:xfrm>
          <a:prstGeom prst="rect">
            <a:avLst/>
          </a:prstGeom>
          <a:solidFill>
            <a:srgbClr val="DDDDDD">
              <a:alpha val="11765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43871F0-2348-0147-916E-09DFEC0DC10D}"/>
              </a:ext>
            </a:extLst>
          </p:cNvPr>
          <p:cNvSpPr/>
          <p:nvPr/>
        </p:nvSpPr>
        <p:spPr>
          <a:xfrm>
            <a:off x="364827" y="1405715"/>
            <a:ext cx="3747515" cy="4917181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Shape 2"/>
          <p:cNvSpPr/>
          <p:nvPr/>
        </p:nvSpPr>
        <p:spPr>
          <a:xfrm>
            <a:off x="381011" y="381298"/>
            <a:ext cx="2724224" cy="438107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Guidelines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Icon Types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Text 1">
            <a:extLst>
              <a:ext uri="{FF2B5EF4-FFF2-40B4-BE49-F238E27FC236}">
                <a16:creationId xmlns:a16="http://schemas.microsoft.com/office/drawing/2014/main" id="{453D5376-4A4C-854F-94F0-5B21AC2616E7}"/>
              </a:ext>
            </a:extLst>
          </p:cNvPr>
          <p:cNvSpPr/>
          <p:nvPr/>
        </p:nvSpPr>
        <p:spPr>
          <a:xfrm>
            <a:off x="11668419" y="6444354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06</a:t>
            </a:r>
            <a:endParaRPr lang="en-US" sz="900" dirty="0">
              <a:solidFill>
                <a:srgbClr val="BBBBBB">
                  <a:alpha val="100000"/>
                </a:srgbClr>
              </a:solidFill>
              <a:latin typeface="Arial" panose="020B0604020202020204" pitchFamily="34" charset="0"/>
              <a:ea typeface="Arial Bold" pitchFamily="34" charset="-122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BF0BA3-E961-DB4F-8D35-9096BF05BE7F}"/>
              </a:ext>
            </a:extLst>
          </p:cNvPr>
          <p:cNvSpPr txBox="1"/>
          <p:nvPr/>
        </p:nvSpPr>
        <p:spPr>
          <a:xfrm>
            <a:off x="2299495" y="412800"/>
            <a:ext cx="7968848" cy="11605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50" dirty="0">
                <a:solidFill>
                  <a:srgbClr val="333333"/>
                </a:solidFill>
                <a:latin typeface="+mn-ea"/>
              </a:rPr>
              <a:t>아이콘은 크게 서비스 아이콘</a:t>
            </a:r>
            <a:r>
              <a:rPr lang="en-US" altLang="ko-KR" sz="950" dirty="0">
                <a:solidFill>
                  <a:srgbClr val="333333"/>
                </a:solidFill>
                <a:latin typeface="+mn-ea"/>
              </a:rPr>
              <a:t>, </a:t>
            </a:r>
            <a:r>
              <a:rPr lang="ko-KR" altLang="en-US" sz="950" dirty="0">
                <a:solidFill>
                  <a:srgbClr val="333333"/>
                </a:solidFill>
                <a:latin typeface="+mn-ea"/>
              </a:rPr>
              <a:t>리소스 아이콘</a:t>
            </a:r>
            <a:r>
              <a:rPr lang="en-US" altLang="ko-KR" sz="950" dirty="0">
                <a:solidFill>
                  <a:srgbClr val="333333"/>
                </a:solidFill>
                <a:latin typeface="+mn-ea"/>
              </a:rPr>
              <a:t>, </a:t>
            </a:r>
            <a:r>
              <a:rPr lang="ko-KR" altLang="en-US" sz="950" dirty="0">
                <a:solidFill>
                  <a:srgbClr val="333333"/>
                </a:solidFill>
                <a:latin typeface="+mn-ea"/>
              </a:rPr>
              <a:t>일반 아이콘으로 구분됩니다</a:t>
            </a:r>
            <a:r>
              <a:rPr lang="en-US" altLang="ko-KR" sz="950" dirty="0">
                <a:solidFill>
                  <a:srgbClr val="333333"/>
                </a:solidFill>
                <a:latin typeface="+mn-ea"/>
              </a:rPr>
              <a:t>. </a:t>
            </a:r>
            <a:r>
              <a:rPr lang="ko-KR" altLang="en-US" sz="950" dirty="0">
                <a:solidFill>
                  <a:srgbClr val="333333"/>
                </a:solidFill>
                <a:latin typeface="+mn-ea"/>
              </a:rPr>
              <a:t>리소스 아이콘은 서비스에 종속된 하위의 리소스를 지칭하며</a:t>
            </a:r>
            <a:endParaRPr lang="en-US" altLang="ko-KR" sz="950" dirty="0">
              <a:solidFill>
                <a:srgbClr val="333333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950" dirty="0">
                <a:solidFill>
                  <a:srgbClr val="333333"/>
                </a:solidFill>
                <a:latin typeface="+mn-ea"/>
              </a:rPr>
              <a:t>일반 아이콘은 서비스에 종속되지않고 단독으로 사용 가능한 아이콘입니다</a:t>
            </a:r>
            <a:r>
              <a:rPr lang="en-US" altLang="ko-KR" sz="950" dirty="0">
                <a:solidFill>
                  <a:srgbClr val="333333"/>
                </a:solidFill>
                <a:latin typeface="+mn-ea"/>
              </a:rPr>
              <a:t>. </a:t>
            </a:r>
            <a:r>
              <a:rPr lang="ko-KR" altLang="en-US" sz="950" dirty="0">
                <a:solidFill>
                  <a:srgbClr val="333333"/>
                </a:solidFill>
                <a:latin typeface="+mn-ea"/>
              </a:rPr>
              <a:t>다양한 종류의 아이콘을 활용해</a:t>
            </a:r>
            <a:endParaRPr lang="en-US" altLang="ko-KR" sz="950" dirty="0">
              <a:solidFill>
                <a:srgbClr val="333333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950" dirty="0">
                <a:solidFill>
                  <a:srgbClr val="333333"/>
                </a:solidFill>
                <a:latin typeface="+mn-ea"/>
              </a:rPr>
              <a:t>아키텍처 다이어그램을 제작할 수 있습니다</a:t>
            </a:r>
            <a:r>
              <a:rPr lang="en-US" altLang="ko-KR" sz="950" dirty="0">
                <a:solidFill>
                  <a:srgbClr val="333333"/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950" b="1" dirty="0">
                <a:solidFill>
                  <a:srgbClr val="333333"/>
                </a:solidFill>
                <a:latin typeface="+mn-ea"/>
                <a:hlinkClick r:id="rId3"/>
              </a:rPr>
              <a:t>아이콘 라이브러리</a:t>
            </a:r>
            <a:r>
              <a:rPr lang="ko-KR" altLang="en-US" sz="950" dirty="0">
                <a:solidFill>
                  <a:srgbClr val="333333"/>
                </a:solidFill>
                <a:latin typeface="+mn-ea"/>
              </a:rPr>
              <a:t>에서 원하는 컬러와 파일 형식</a:t>
            </a:r>
            <a:r>
              <a:rPr lang="en-US" altLang="ko-KR" sz="950" dirty="0">
                <a:solidFill>
                  <a:srgbClr val="333333"/>
                </a:solidFill>
                <a:latin typeface="+mn-ea"/>
              </a:rPr>
              <a:t>(PNG </a:t>
            </a:r>
            <a:r>
              <a:rPr lang="ko-KR" altLang="en-US" sz="950" dirty="0">
                <a:solidFill>
                  <a:srgbClr val="333333"/>
                </a:solidFill>
                <a:latin typeface="+mn-ea"/>
              </a:rPr>
              <a:t>또는 </a:t>
            </a:r>
            <a:r>
              <a:rPr lang="en-US" altLang="ko-KR" sz="950" dirty="0">
                <a:solidFill>
                  <a:srgbClr val="333333"/>
                </a:solidFill>
                <a:latin typeface="+mn-ea"/>
              </a:rPr>
              <a:t>SVG)</a:t>
            </a:r>
            <a:r>
              <a:rPr lang="ko-KR" altLang="en-US" sz="950" dirty="0">
                <a:solidFill>
                  <a:srgbClr val="333333"/>
                </a:solidFill>
                <a:latin typeface="+mn-ea"/>
              </a:rPr>
              <a:t>의 아이콘을 선택 후 우측 상단의       버튼을 클릭해 다운로드할 수 있습니다</a:t>
            </a:r>
            <a:r>
              <a:rPr lang="en-US" altLang="ko-KR" sz="950" dirty="0">
                <a:solidFill>
                  <a:srgbClr val="333333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ko-KR" altLang="en-US" sz="9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58" name="Shape 6">
            <a:extLst>
              <a:ext uri="{FF2B5EF4-FFF2-40B4-BE49-F238E27FC236}">
                <a16:creationId xmlns:a16="http://schemas.microsoft.com/office/drawing/2014/main" id="{D37F9CEA-5BC1-E745-9DB8-8664528A7360}"/>
              </a:ext>
            </a:extLst>
          </p:cNvPr>
          <p:cNvSpPr/>
          <p:nvPr/>
        </p:nvSpPr>
        <p:spPr>
          <a:xfrm>
            <a:off x="381011" y="1447993"/>
            <a:ext cx="11430313" cy="4838228"/>
          </a:xfrm>
          <a:prstGeom prst="rect">
            <a:avLst/>
          </a:prstGeom>
          <a:noFill/>
          <a:ln/>
        </p:spPr>
      </p:sp>
      <p:sp>
        <p:nvSpPr>
          <p:cNvPr id="60" name="Shape 7">
            <a:extLst>
              <a:ext uri="{FF2B5EF4-FFF2-40B4-BE49-F238E27FC236}">
                <a16:creationId xmlns:a16="http://schemas.microsoft.com/office/drawing/2014/main" id="{C7A6ED5F-0456-F549-A813-1A6AE8337A9E}"/>
              </a:ext>
            </a:extLst>
          </p:cNvPr>
          <p:cNvSpPr/>
          <p:nvPr/>
        </p:nvSpPr>
        <p:spPr>
          <a:xfrm>
            <a:off x="1581194" y="2706839"/>
            <a:ext cx="1333536" cy="1638140"/>
          </a:xfrm>
          <a:prstGeom prst="rect">
            <a:avLst/>
          </a:prstGeom>
          <a:noFill/>
          <a:ln/>
        </p:spPr>
      </p:sp>
      <p:sp>
        <p:nvSpPr>
          <p:cNvPr id="61" name="Shape 8">
            <a:extLst>
              <a:ext uri="{FF2B5EF4-FFF2-40B4-BE49-F238E27FC236}">
                <a16:creationId xmlns:a16="http://schemas.microsoft.com/office/drawing/2014/main" id="{35FBDF18-36E7-824C-A20F-44367D8FA932}"/>
              </a:ext>
            </a:extLst>
          </p:cNvPr>
          <p:cNvSpPr/>
          <p:nvPr/>
        </p:nvSpPr>
        <p:spPr>
          <a:xfrm>
            <a:off x="1581194" y="2706839"/>
            <a:ext cx="1333536" cy="1333370"/>
          </a:xfrm>
          <a:prstGeom prst="rect">
            <a:avLst/>
          </a:prstGeom>
          <a:noFill/>
          <a:ln/>
        </p:spPr>
      </p:sp>
      <p:sp>
        <p:nvSpPr>
          <p:cNvPr id="65" name="Shape 10">
            <a:extLst>
              <a:ext uri="{FF2B5EF4-FFF2-40B4-BE49-F238E27FC236}">
                <a16:creationId xmlns:a16="http://schemas.microsoft.com/office/drawing/2014/main" id="{9B87803A-7068-584B-8C59-F89AE09811EB}"/>
              </a:ext>
            </a:extLst>
          </p:cNvPr>
          <p:cNvSpPr/>
          <p:nvPr/>
        </p:nvSpPr>
        <p:spPr>
          <a:xfrm>
            <a:off x="5400823" y="2706839"/>
            <a:ext cx="1400213" cy="1638140"/>
          </a:xfrm>
          <a:prstGeom prst="rect">
            <a:avLst/>
          </a:prstGeom>
          <a:noFill/>
          <a:ln/>
        </p:spPr>
      </p:sp>
      <p:sp>
        <p:nvSpPr>
          <p:cNvPr id="66" name="Shape 11">
            <a:extLst>
              <a:ext uri="{FF2B5EF4-FFF2-40B4-BE49-F238E27FC236}">
                <a16:creationId xmlns:a16="http://schemas.microsoft.com/office/drawing/2014/main" id="{FEA429F4-B912-E94A-BC0E-DE628F3B8814}"/>
              </a:ext>
            </a:extLst>
          </p:cNvPr>
          <p:cNvSpPr/>
          <p:nvPr/>
        </p:nvSpPr>
        <p:spPr>
          <a:xfrm>
            <a:off x="5400823" y="2706839"/>
            <a:ext cx="1400213" cy="1333370"/>
          </a:xfrm>
          <a:prstGeom prst="rect">
            <a:avLst/>
          </a:prstGeom>
          <a:noFill/>
          <a:ln/>
        </p:spPr>
      </p:sp>
      <p:sp>
        <p:nvSpPr>
          <p:cNvPr id="72" name="Shape 13">
            <a:extLst>
              <a:ext uri="{FF2B5EF4-FFF2-40B4-BE49-F238E27FC236}">
                <a16:creationId xmlns:a16="http://schemas.microsoft.com/office/drawing/2014/main" id="{A9384341-CEEB-BA4C-B1FA-388E523B75D6}"/>
              </a:ext>
            </a:extLst>
          </p:cNvPr>
          <p:cNvSpPr/>
          <p:nvPr/>
        </p:nvSpPr>
        <p:spPr>
          <a:xfrm>
            <a:off x="9277603" y="2706839"/>
            <a:ext cx="1333536" cy="1638140"/>
          </a:xfrm>
          <a:prstGeom prst="rect">
            <a:avLst/>
          </a:prstGeom>
          <a:noFill/>
          <a:ln/>
        </p:spPr>
      </p:sp>
      <p:sp>
        <p:nvSpPr>
          <p:cNvPr id="63" name="Text 9">
            <a:extLst>
              <a:ext uri="{FF2B5EF4-FFF2-40B4-BE49-F238E27FC236}">
                <a16:creationId xmlns:a16="http://schemas.microsoft.com/office/drawing/2014/main" id="{08DAD562-6811-D644-B303-ECB93D8EB3A4}"/>
              </a:ext>
            </a:extLst>
          </p:cNvPr>
          <p:cNvSpPr/>
          <p:nvPr/>
        </p:nvSpPr>
        <p:spPr>
          <a:xfrm>
            <a:off x="1673271" y="4277405"/>
            <a:ext cx="1149381" cy="36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400"/>
              </a:lnSpc>
            </a:pPr>
            <a:r>
              <a:rPr lang="en-US" sz="1400" kern="0" spc="-30" dirty="0">
                <a:solidFill>
                  <a:srgbClr val="333333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Service icon</a:t>
            </a:r>
            <a:endParaRPr lang="en-US" sz="1400" dirty="0">
              <a:solidFill>
                <a:srgbClr val="333333"/>
              </a:solidFill>
            </a:endParaRPr>
          </a:p>
        </p:txBody>
      </p:sp>
      <p:sp>
        <p:nvSpPr>
          <p:cNvPr id="74" name="Text 14">
            <a:extLst>
              <a:ext uri="{FF2B5EF4-FFF2-40B4-BE49-F238E27FC236}">
                <a16:creationId xmlns:a16="http://schemas.microsoft.com/office/drawing/2014/main" id="{BF0D0BB7-1114-0448-806D-819A5905FAAE}"/>
              </a:ext>
            </a:extLst>
          </p:cNvPr>
          <p:cNvSpPr/>
          <p:nvPr/>
        </p:nvSpPr>
        <p:spPr>
          <a:xfrm>
            <a:off x="9277601" y="4277405"/>
            <a:ext cx="1177957" cy="36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2400"/>
              </a:lnSpc>
            </a:pPr>
            <a:r>
              <a:rPr lang="en-US" sz="1400" kern="0" spc="-30" dirty="0">
                <a:solidFill>
                  <a:srgbClr val="333333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General icon</a:t>
            </a:r>
            <a:endParaRPr lang="en-US" sz="1400" dirty="0">
              <a:solidFill>
                <a:srgbClr val="333333"/>
              </a:solidFill>
            </a:endParaRPr>
          </a:p>
        </p:txBody>
      </p:sp>
      <p:sp>
        <p:nvSpPr>
          <p:cNvPr id="70" name="Text 12">
            <a:extLst>
              <a:ext uri="{FF2B5EF4-FFF2-40B4-BE49-F238E27FC236}">
                <a16:creationId xmlns:a16="http://schemas.microsoft.com/office/drawing/2014/main" id="{DB115E31-B1CD-424A-AE0C-9DF290EF3059}"/>
              </a:ext>
            </a:extLst>
          </p:cNvPr>
          <p:cNvSpPr/>
          <p:nvPr/>
        </p:nvSpPr>
        <p:spPr>
          <a:xfrm>
            <a:off x="5430986" y="4277405"/>
            <a:ext cx="1339887" cy="36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400"/>
              </a:lnSpc>
            </a:pPr>
            <a:r>
              <a:rPr lang="en-US" sz="1400" kern="0" spc="-30" dirty="0">
                <a:solidFill>
                  <a:srgbClr val="333333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Resource icon</a:t>
            </a:r>
            <a:endParaRPr lang="en-US" sz="1400" dirty="0">
              <a:solidFill>
                <a:srgbClr val="333333"/>
              </a:solidFill>
            </a:endParaRPr>
          </a:p>
        </p:txBody>
      </p:sp>
      <p:pic>
        <p:nvPicPr>
          <p:cNvPr id="7" name="그래픽 6">
            <a:extLst>
              <a:ext uri="{FF2B5EF4-FFF2-40B4-BE49-F238E27FC236}">
                <a16:creationId xmlns:a16="http://schemas.microsoft.com/office/drawing/2014/main" id="{D516CCD2-DA81-A54D-FB23-2695A8E139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38000" y="3191627"/>
            <a:ext cx="1116000" cy="1116000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E4D3B741-514D-8345-956A-30FC007D20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19771" y="3125027"/>
            <a:ext cx="1249200" cy="1249200"/>
          </a:xfrm>
          <a:prstGeom prst="rect">
            <a:avLst/>
          </a:prstGeom>
        </p:spPr>
      </p:pic>
      <p:pic>
        <p:nvPicPr>
          <p:cNvPr id="28" name="Image 1" descr=" ">
            <a:extLst>
              <a:ext uri="{FF2B5EF4-FFF2-40B4-BE49-F238E27FC236}">
                <a16:creationId xmlns:a16="http://schemas.microsoft.com/office/drawing/2014/main" id="{421912BE-E9E8-4B46-A9BA-2CFCAC15DCD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95947" y="3186345"/>
            <a:ext cx="1126705" cy="112656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CC9D382-D9CB-43C5-8028-C10ABCB4296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47357" y="1125797"/>
            <a:ext cx="190517" cy="19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751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81011" y="381298"/>
            <a:ext cx="2724224" cy="438107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Guidelines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1011" y="529500"/>
            <a:ext cx="1042272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Groups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Text 1">
            <a:extLst>
              <a:ext uri="{FF2B5EF4-FFF2-40B4-BE49-F238E27FC236}">
                <a16:creationId xmlns:a16="http://schemas.microsoft.com/office/drawing/2014/main" id="{453D5376-4A4C-854F-94F0-5B21AC2616E7}"/>
              </a:ext>
            </a:extLst>
          </p:cNvPr>
          <p:cNvSpPr/>
          <p:nvPr/>
        </p:nvSpPr>
        <p:spPr>
          <a:xfrm>
            <a:off x="11668419" y="6444354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07</a:t>
            </a:r>
            <a:endParaRPr lang="en-US" sz="900" dirty="0">
              <a:solidFill>
                <a:srgbClr val="BBBBBB">
                  <a:alpha val="100000"/>
                </a:srgbClr>
              </a:solidFill>
              <a:latin typeface="Arial" panose="020B0604020202020204" pitchFamily="34" charset="0"/>
              <a:ea typeface="Arial Bold" pitchFamily="34" charset="-122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AC4789-AAA6-DF40-897A-A8CC44A06906}"/>
              </a:ext>
            </a:extLst>
          </p:cNvPr>
          <p:cNvSpPr txBox="1"/>
          <p:nvPr/>
        </p:nvSpPr>
        <p:spPr>
          <a:xfrm>
            <a:off x="2295667" y="423580"/>
            <a:ext cx="9515322" cy="941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50" dirty="0">
                <a:solidFill>
                  <a:srgbClr val="333333"/>
                </a:solidFill>
                <a:latin typeface="+mn-ea"/>
              </a:rPr>
              <a:t>그룹은 아이콘과 레이블로 구성됩니다</a:t>
            </a:r>
            <a:r>
              <a:rPr lang="en-US" altLang="ko-KR" sz="950" dirty="0">
                <a:solidFill>
                  <a:srgbClr val="333333"/>
                </a:solidFill>
                <a:latin typeface="+mn-ea"/>
              </a:rPr>
              <a:t>. </a:t>
            </a:r>
            <a:r>
              <a:rPr lang="ko-KR" altLang="en-US" sz="950" dirty="0">
                <a:solidFill>
                  <a:srgbClr val="333333"/>
                </a:solidFill>
                <a:latin typeface="+mn-ea"/>
              </a:rPr>
              <a:t>아이콘은 박스 형태 아이콘을 사용하며 반드시 레이블을 명시해야 합니다</a:t>
            </a:r>
            <a:r>
              <a:rPr lang="en-US" altLang="ko-KR" sz="950" dirty="0">
                <a:solidFill>
                  <a:srgbClr val="333333"/>
                </a:solidFill>
                <a:latin typeface="+mn-ea"/>
              </a:rPr>
              <a:t>. </a:t>
            </a:r>
            <a:r>
              <a:rPr lang="ko-KR" altLang="en-US" sz="950" dirty="0">
                <a:solidFill>
                  <a:srgbClr val="333333"/>
                </a:solidFill>
                <a:latin typeface="+mn-ea"/>
              </a:rPr>
              <a:t>여러 개의 그룹을 중첩하여 </a:t>
            </a:r>
            <a:r>
              <a:rPr lang="ko-KR" altLang="en-US" sz="950" dirty="0" err="1">
                <a:solidFill>
                  <a:srgbClr val="333333"/>
                </a:solidFill>
                <a:latin typeface="+mn-ea"/>
              </a:rPr>
              <a:t>리전</a:t>
            </a:r>
            <a:r>
              <a:rPr lang="en-US" altLang="ko-KR" sz="950" dirty="0">
                <a:solidFill>
                  <a:srgbClr val="333333"/>
                </a:solidFill>
                <a:latin typeface="+mn-ea"/>
              </a:rPr>
              <a:t>, </a:t>
            </a:r>
            <a:r>
              <a:rPr lang="ko-KR" altLang="en-US" sz="950" dirty="0">
                <a:solidFill>
                  <a:srgbClr val="333333"/>
                </a:solidFill>
                <a:latin typeface="+mn-ea"/>
              </a:rPr>
              <a:t>조직</a:t>
            </a:r>
            <a:r>
              <a:rPr lang="en-US" altLang="ko-KR" sz="950" dirty="0">
                <a:solidFill>
                  <a:srgbClr val="333333"/>
                </a:solidFill>
                <a:latin typeface="+mn-ea"/>
              </a:rPr>
              <a:t>, </a:t>
            </a:r>
            <a:r>
              <a:rPr lang="ko-KR" altLang="en-US" sz="950" dirty="0">
                <a:solidFill>
                  <a:srgbClr val="333333"/>
                </a:solidFill>
                <a:latin typeface="+mn-ea"/>
              </a:rPr>
              <a:t>프로젝트 및 시스템 구성 요소 간의</a:t>
            </a:r>
            <a:r>
              <a:rPr lang="en-US" altLang="ko-KR" sz="9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950" dirty="0">
                <a:solidFill>
                  <a:srgbClr val="333333"/>
                </a:solidFill>
                <a:latin typeface="+mn-ea"/>
              </a:rPr>
              <a:t>관계를</a:t>
            </a:r>
            <a:r>
              <a:rPr lang="en-US" altLang="ko-KR" sz="9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950" dirty="0">
                <a:solidFill>
                  <a:srgbClr val="333333"/>
                </a:solidFill>
                <a:latin typeface="+mn-ea"/>
              </a:rPr>
              <a:t>시각적으로 나타낼 수 있습니다</a:t>
            </a:r>
            <a:r>
              <a:rPr lang="en-US" altLang="ko-KR" sz="950" dirty="0">
                <a:solidFill>
                  <a:srgbClr val="333333"/>
                </a:solidFill>
                <a:latin typeface="+mn-ea"/>
              </a:rPr>
              <a:t>. </a:t>
            </a:r>
            <a:r>
              <a:rPr lang="ko-KR" altLang="en-US" sz="950" dirty="0">
                <a:solidFill>
                  <a:srgbClr val="333333"/>
                </a:solidFill>
                <a:latin typeface="+mn-ea"/>
              </a:rPr>
              <a:t>이 외에도 다양한 그룹을 활용해 각각의 계층 내 구성 요소 간 관계를 나타낼 수 있습니다</a:t>
            </a:r>
            <a:r>
              <a:rPr lang="en-US" altLang="ko-KR" sz="950" dirty="0">
                <a:solidFill>
                  <a:srgbClr val="333333"/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950" dirty="0">
                <a:solidFill>
                  <a:srgbClr val="333333"/>
                </a:solidFill>
                <a:latin typeface="+mn-ea"/>
              </a:rPr>
              <a:t>그룹 내 아이콘을 변경하려면</a:t>
            </a:r>
            <a:r>
              <a:rPr lang="en-US" altLang="ko-KR" sz="950" dirty="0">
                <a:solidFill>
                  <a:srgbClr val="333333"/>
                </a:solidFill>
                <a:latin typeface="+mn-ea"/>
              </a:rPr>
              <a:t>, </a:t>
            </a:r>
            <a:r>
              <a:rPr lang="ko-KR" altLang="en-US" sz="950" b="1" dirty="0">
                <a:solidFill>
                  <a:srgbClr val="333333"/>
                </a:solidFill>
                <a:latin typeface="+mn-ea"/>
              </a:rPr>
              <a:t>아이콘 라이브러리 </a:t>
            </a:r>
            <a:r>
              <a:rPr lang="en-US" altLang="ko-KR" sz="950" b="1" dirty="0">
                <a:solidFill>
                  <a:srgbClr val="333333"/>
                </a:solidFill>
                <a:latin typeface="+mn-ea"/>
              </a:rPr>
              <a:t>&gt;</a:t>
            </a:r>
            <a:r>
              <a:rPr lang="ko-KR" altLang="en-US" sz="950" b="1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950" b="1" dirty="0">
                <a:solidFill>
                  <a:srgbClr val="333333"/>
                </a:solidFill>
                <a:latin typeface="+mn-ea"/>
                <a:hlinkClick r:id="rId3"/>
              </a:rPr>
              <a:t>박스 형태 아이콘</a:t>
            </a:r>
            <a:r>
              <a:rPr lang="ko-KR" altLang="en-US" sz="950" dirty="0">
                <a:solidFill>
                  <a:srgbClr val="333333"/>
                </a:solidFill>
                <a:latin typeface="+mn-ea"/>
              </a:rPr>
              <a:t>에서 원하는 아이콘을 클릭 후       버튼을 클릭 해 다운받습니다</a:t>
            </a:r>
            <a:r>
              <a:rPr lang="en-US" altLang="ko-KR" sz="950" dirty="0">
                <a:solidFill>
                  <a:srgbClr val="333333"/>
                </a:solidFill>
                <a:latin typeface="+mn-ea"/>
              </a:rPr>
              <a:t>. </a:t>
            </a:r>
            <a:r>
              <a:rPr lang="ko-KR" altLang="en-US" sz="950" dirty="0">
                <a:solidFill>
                  <a:srgbClr val="333333"/>
                </a:solidFill>
                <a:latin typeface="+mn-ea"/>
              </a:rPr>
              <a:t>변경하려는 아이콘을 오른쪽 마우스 버튼으로 클릭하고 </a:t>
            </a:r>
            <a:r>
              <a:rPr lang="ko-KR" altLang="en-US" sz="950" b="1" dirty="0">
                <a:solidFill>
                  <a:srgbClr val="333333"/>
                </a:solidFill>
                <a:latin typeface="+mn-ea"/>
              </a:rPr>
              <a:t>그래픽 변경 </a:t>
            </a:r>
            <a:r>
              <a:rPr lang="en-US" altLang="ko-KR" sz="950" b="1" dirty="0">
                <a:solidFill>
                  <a:srgbClr val="333333"/>
                </a:solidFill>
                <a:latin typeface="+mn-ea"/>
              </a:rPr>
              <a:t>&gt; </a:t>
            </a:r>
            <a:r>
              <a:rPr lang="ko-KR" altLang="en-US" sz="950" b="1" dirty="0">
                <a:solidFill>
                  <a:srgbClr val="333333"/>
                </a:solidFill>
                <a:latin typeface="+mn-ea"/>
              </a:rPr>
              <a:t>파일에서</a:t>
            </a:r>
            <a:r>
              <a:rPr lang="en-US" altLang="ko-KR" sz="950" b="1" dirty="0">
                <a:solidFill>
                  <a:srgbClr val="333333"/>
                </a:solidFill>
                <a:latin typeface="+mn-ea"/>
              </a:rPr>
              <a:t>...</a:t>
            </a:r>
            <a:r>
              <a:rPr lang="ko-KR" altLang="en-US" sz="950" dirty="0">
                <a:solidFill>
                  <a:srgbClr val="333333"/>
                </a:solidFill>
                <a:latin typeface="+mn-ea"/>
              </a:rPr>
              <a:t>을 선택하여 다운받은 박스 형태 아이콘으로 변경합니다</a:t>
            </a:r>
            <a:r>
              <a:rPr lang="en-US" altLang="ko-KR" sz="950" dirty="0">
                <a:solidFill>
                  <a:srgbClr val="333333"/>
                </a:solidFill>
                <a:latin typeface="+mn-ea"/>
              </a:rPr>
              <a:t>.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8C367A00-B556-4E0C-B99F-1D3554565795}"/>
              </a:ext>
            </a:extLst>
          </p:cNvPr>
          <p:cNvSpPr/>
          <p:nvPr/>
        </p:nvSpPr>
        <p:spPr>
          <a:xfrm>
            <a:off x="361065" y="1411318"/>
            <a:ext cx="11466108" cy="4917182"/>
          </a:xfrm>
          <a:prstGeom prst="rect">
            <a:avLst/>
          </a:prstGeom>
          <a:solidFill>
            <a:srgbClr val="DDDDDD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A1CD482-1466-4E84-BC42-BB03D7CCB2DF}"/>
              </a:ext>
            </a:extLst>
          </p:cNvPr>
          <p:cNvSpPr txBox="1"/>
          <p:nvPr/>
        </p:nvSpPr>
        <p:spPr>
          <a:xfrm>
            <a:off x="8565700" y="3599109"/>
            <a:ext cx="848309" cy="2541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dirty="0"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Example 1 &gt;</a:t>
            </a:r>
            <a:endParaRPr lang="ko-KR" altLang="en-US" sz="800" dirty="0">
              <a:solidFill>
                <a:srgbClr val="7777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00702C2-B102-4D38-BEBF-891100786922}"/>
              </a:ext>
            </a:extLst>
          </p:cNvPr>
          <p:cNvSpPr txBox="1"/>
          <p:nvPr/>
        </p:nvSpPr>
        <p:spPr>
          <a:xfrm>
            <a:off x="8565700" y="5896206"/>
            <a:ext cx="848309" cy="2541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dirty="0"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Example 2 &gt;</a:t>
            </a:r>
            <a:endParaRPr lang="ko-KR" altLang="en-US" sz="800" dirty="0">
              <a:solidFill>
                <a:srgbClr val="7777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8" name="그래픽 67">
            <a:extLst>
              <a:ext uri="{FF2B5EF4-FFF2-40B4-BE49-F238E27FC236}">
                <a16:creationId xmlns:a16="http://schemas.microsoft.com/office/drawing/2014/main" id="{33C8DBBD-3BB6-45D0-A339-9F522DD0EF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6030196" y="3315573"/>
            <a:ext cx="501178" cy="1108671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129CD8B6-5437-47B8-853D-A76C4A7EC86C}"/>
              </a:ext>
            </a:extLst>
          </p:cNvPr>
          <p:cNvSpPr txBox="1"/>
          <p:nvPr/>
        </p:nvSpPr>
        <p:spPr>
          <a:xfrm>
            <a:off x="982765" y="2258442"/>
            <a:ext cx="1271502" cy="313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rgbClr val="333333"/>
                </a:solidFill>
                <a:latin typeface="+mn-ea"/>
              </a:rPr>
              <a:t>박스 형태 아이콘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76CAB8F-FD34-4C78-B8A6-0F8D771D1E46}"/>
              </a:ext>
            </a:extLst>
          </p:cNvPr>
          <p:cNvSpPr txBox="1"/>
          <p:nvPr/>
        </p:nvSpPr>
        <p:spPr>
          <a:xfrm>
            <a:off x="4204839" y="2258442"/>
            <a:ext cx="607859" cy="313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rgbClr val="333333"/>
                </a:solidFill>
                <a:latin typeface="+mn-ea"/>
              </a:rPr>
              <a:t>레이블</a:t>
            </a:r>
          </a:p>
        </p:txBody>
      </p:sp>
      <p:cxnSp>
        <p:nvCxnSpPr>
          <p:cNvPr id="73" name="직선 연결선[R] 55">
            <a:extLst>
              <a:ext uri="{FF2B5EF4-FFF2-40B4-BE49-F238E27FC236}">
                <a16:creationId xmlns:a16="http://schemas.microsoft.com/office/drawing/2014/main" id="{512C5D6E-A722-46E3-932F-39C4F73D01AB}"/>
              </a:ext>
            </a:extLst>
          </p:cNvPr>
          <p:cNvCxnSpPr>
            <a:cxnSpLocks/>
          </p:cNvCxnSpPr>
          <p:nvPr/>
        </p:nvCxnSpPr>
        <p:spPr>
          <a:xfrm flipV="1">
            <a:off x="2893888" y="2971287"/>
            <a:ext cx="1610159" cy="3175"/>
          </a:xfrm>
          <a:prstGeom prst="line">
            <a:avLst/>
          </a:prstGeom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[R] 60">
            <a:extLst>
              <a:ext uri="{FF2B5EF4-FFF2-40B4-BE49-F238E27FC236}">
                <a16:creationId xmlns:a16="http://schemas.microsoft.com/office/drawing/2014/main" id="{79DE5FAC-1A0A-46A7-880C-CCE25FED4B21}"/>
              </a:ext>
            </a:extLst>
          </p:cNvPr>
          <p:cNvCxnSpPr>
            <a:cxnSpLocks/>
          </p:cNvCxnSpPr>
          <p:nvPr/>
        </p:nvCxnSpPr>
        <p:spPr>
          <a:xfrm flipV="1">
            <a:off x="1618516" y="2588457"/>
            <a:ext cx="0" cy="209295"/>
          </a:xfrm>
          <a:prstGeom prst="line">
            <a:avLst/>
          </a:prstGeom>
          <a:ln>
            <a:solidFill>
              <a:srgbClr val="333333"/>
            </a:solidFill>
            <a:headEnd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[R] 71">
            <a:extLst>
              <a:ext uri="{FF2B5EF4-FFF2-40B4-BE49-F238E27FC236}">
                <a16:creationId xmlns:a16="http://schemas.microsoft.com/office/drawing/2014/main" id="{5D80D8D5-F684-49DB-9FF0-5F10EB85C9EF}"/>
              </a:ext>
            </a:extLst>
          </p:cNvPr>
          <p:cNvCxnSpPr>
            <a:cxnSpLocks/>
          </p:cNvCxnSpPr>
          <p:nvPr/>
        </p:nvCxnSpPr>
        <p:spPr>
          <a:xfrm>
            <a:off x="5553800" y="4952450"/>
            <a:ext cx="355370" cy="0"/>
          </a:xfrm>
          <a:prstGeom prst="line">
            <a:avLst/>
          </a:prstGeom>
          <a:ln w="19050">
            <a:solidFill>
              <a:srgbClr val="125DE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[R] 73">
            <a:extLst>
              <a:ext uri="{FF2B5EF4-FFF2-40B4-BE49-F238E27FC236}">
                <a16:creationId xmlns:a16="http://schemas.microsoft.com/office/drawing/2014/main" id="{EB072685-8843-4FFA-A592-A97887519D1B}"/>
              </a:ext>
            </a:extLst>
          </p:cNvPr>
          <p:cNvCxnSpPr>
            <a:cxnSpLocks/>
            <a:stCxn id="80" idx="2"/>
          </p:cNvCxnSpPr>
          <p:nvPr/>
        </p:nvCxnSpPr>
        <p:spPr>
          <a:xfrm>
            <a:off x="5350199" y="5148100"/>
            <a:ext cx="0" cy="333275"/>
          </a:xfrm>
          <a:prstGeom prst="line">
            <a:avLst/>
          </a:prstGeom>
          <a:ln w="19050">
            <a:solidFill>
              <a:srgbClr val="125DE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6679B411-4F82-450C-B369-9CD6A96AA4BD}"/>
              </a:ext>
            </a:extLst>
          </p:cNvPr>
          <p:cNvSpPr/>
          <p:nvPr/>
        </p:nvSpPr>
        <p:spPr>
          <a:xfrm>
            <a:off x="1431763" y="2792442"/>
            <a:ext cx="3917445" cy="2160008"/>
          </a:xfrm>
          <a:prstGeom prst="rect">
            <a:avLst/>
          </a:prstGeom>
          <a:noFill/>
          <a:ln w="19050">
            <a:solidFill>
              <a:srgbClr val="5353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FA6788A-3FFD-437F-BA85-56D19979B7AD}"/>
              </a:ext>
            </a:extLst>
          </p:cNvPr>
          <p:cNvSpPr txBox="1"/>
          <p:nvPr/>
        </p:nvSpPr>
        <p:spPr>
          <a:xfrm>
            <a:off x="1745529" y="2816885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On-Premise</a:t>
            </a:r>
            <a:endParaRPr lang="en-US" altLang="ko-KR" sz="12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E46C841C-B692-40D4-848A-8D07922EA697}"/>
              </a:ext>
            </a:extLst>
          </p:cNvPr>
          <p:cNvSpPr/>
          <p:nvPr/>
        </p:nvSpPr>
        <p:spPr>
          <a:xfrm>
            <a:off x="5146597" y="4740897"/>
            <a:ext cx="407203" cy="407203"/>
          </a:xfrm>
          <a:prstGeom prst="rect">
            <a:avLst/>
          </a:prstGeom>
          <a:noFill/>
          <a:ln w="19050">
            <a:solidFill>
              <a:srgbClr val="125D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cxnSp>
        <p:nvCxnSpPr>
          <p:cNvPr id="81" name="직선 연결선[R] 58">
            <a:extLst>
              <a:ext uri="{FF2B5EF4-FFF2-40B4-BE49-F238E27FC236}">
                <a16:creationId xmlns:a16="http://schemas.microsoft.com/office/drawing/2014/main" id="{A552972B-6BA3-4BB4-AC95-8645E63D97AD}"/>
              </a:ext>
            </a:extLst>
          </p:cNvPr>
          <p:cNvCxnSpPr>
            <a:cxnSpLocks/>
          </p:cNvCxnSpPr>
          <p:nvPr/>
        </p:nvCxnSpPr>
        <p:spPr>
          <a:xfrm flipV="1">
            <a:off x="4504954" y="2591633"/>
            <a:ext cx="0" cy="382829"/>
          </a:xfrm>
          <a:prstGeom prst="line">
            <a:avLst/>
          </a:prstGeom>
          <a:ln>
            <a:solidFill>
              <a:srgbClr val="333333"/>
            </a:solidFill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2" name="그래픽 81">
            <a:extLst>
              <a:ext uri="{FF2B5EF4-FFF2-40B4-BE49-F238E27FC236}">
                <a16:creationId xmlns:a16="http://schemas.microsoft.com/office/drawing/2014/main" id="{B93F9FE9-831A-444D-AEB3-904D5D1E3B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23283" y="2783047"/>
            <a:ext cx="304800" cy="304800"/>
          </a:xfrm>
          <a:prstGeom prst="rect">
            <a:avLst/>
          </a:prstGeom>
        </p:spPr>
      </p:pic>
      <p:grpSp>
        <p:nvGrpSpPr>
          <p:cNvPr id="83" name="그룹 82">
            <a:extLst>
              <a:ext uri="{FF2B5EF4-FFF2-40B4-BE49-F238E27FC236}">
                <a16:creationId xmlns:a16="http://schemas.microsoft.com/office/drawing/2014/main" id="{28C59638-265F-4787-B075-AC1D1BB570DA}"/>
              </a:ext>
            </a:extLst>
          </p:cNvPr>
          <p:cNvGrpSpPr/>
          <p:nvPr/>
        </p:nvGrpSpPr>
        <p:grpSpPr>
          <a:xfrm>
            <a:off x="7412767" y="1678326"/>
            <a:ext cx="3152981" cy="1920783"/>
            <a:chOff x="7412767" y="1678326"/>
            <a:chExt cx="3152981" cy="1920783"/>
          </a:xfrm>
        </p:grpSpPr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67C3BB0B-DA0A-4459-BD94-59FA90E26DCD}"/>
                </a:ext>
              </a:extLst>
            </p:cNvPr>
            <p:cNvSpPr/>
            <p:nvPr/>
          </p:nvSpPr>
          <p:spPr>
            <a:xfrm>
              <a:off x="7416978" y="1684502"/>
              <a:ext cx="3148770" cy="1914607"/>
            </a:xfrm>
            <a:prstGeom prst="rect">
              <a:avLst/>
            </a:prstGeom>
            <a:noFill/>
            <a:ln w="12700">
              <a:solidFill>
                <a:srgbClr val="999999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ko-KR" altLang="en-US" sz="1012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76A2D88D-7F27-42AF-A92F-20DD65B72BE8}"/>
                </a:ext>
              </a:extLst>
            </p:cNvPr>
            <p:cNvSpPr txBox="1"/>
            <p:nvPr/>
          </p:nvSpPr>
          <p:spPr>
            <a:xfrm>
              <a:off x="7705921" y="1710560"/>
              <a:ext cx="58862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>
                  <a:solidFill>
                    <a:srgbClr val="222222"/>
                  </a:solidFill>
                  <a:latin typeface="Arial" panose="020B0604020202020204" pitchFamily="34" charset="0"/>
                  <a:ea typeface="Pretendard Medium" pitchFamily="34" charset="-122"/>
                  <a:cs typeface="Arial" panose="020B0604020202020204" pitchFamily="34" charset="0"/>
                </a:rPr>
                <a:t>Region</a:t>
              </a:r>
              <a:endPara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A867FDDE-B10A-4A1E-9F2E-72E2C0F5A1D7}"/>
                </a:ext>
              </a:extLst>
            </p:cNvPr>
            <p:cNvSpPr/>
            <p:nvPr/>
          </p:nvSpPr>
          <p:spPr>
            <a:xfrm>
              <a:off x="7748029" y="2033953"/>
              <a:ext cx="2490941" cy="1267613"/>
            </a:xfrm>
            <a:prstGeom prst="rect">
              <a:avLst/>
            </a:prstGeom>
            <a:noFill/>
            <a:ln w="12700">
              <a:solidFill>
                <a:srgbClr val="55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ko-KR" altLang="en-US" sz="1012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1964800-1366-4E2E-AF88-E87ABF9C599E}"/>
                </a:ext>
              </a:extLst>
            </p:cNvPr>
            <p:cNvSpPr txBox="1"/>
            <p:nvPr/>
          </p:nvSpPr>
          <p:spPr>
            <a:xfrm>
              <a:off x="8033250" y="2047680"/>
              <a:ext cx="90762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>
                  <a:solidFill>
                    <a:srgbClr val="222222"/>
                  </a:solidFill>
                  <a:latin typeface="Arial" panose="020B0604020202020204" pitchFamily="34" charset="0"/>
                  <a:ea typeface="Pretendard Medium" pitchFamily="34" charset="-122"/>
                  <a:cs typeface="Arial" panose="020B0604020202020204" pitchFamily="34" charset="0"/>
                </a:rPr>
                <a:t>Organization</a:t>
              </a:r>
              <a:endPara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40B3B046-3121-44D5-8C21-2CDE1D37A3F9}"/>
                </a:ext>
              </a:extLst>
            </p:cNvPr>
            <p:cNvSpPr/>
            <p:nvPr/>
          </p:nvSpPr>
          <p:spPr>
            <a:xfrm>
              <a:off x="8119896" y="2371073"/>
              <a:ext cx="1788781" cy="705522"/>
            </a:xfrm>
            <a:prstGeom prst="rect">
              <a:avLst/>
            </a:prstGeom>
            <a:noFill/>
            <a:ln w="12700">
              <a:solidFill>
                <a:srgbClr val="999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ko-KR" altLang="en-US" sz="1012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94D7FB7C-8B28-4FEA-BDDC-C0C98AA44B45}"/>
                </a:ext>
              </a:extLst>
            </p:cNvPr>
            <p:cNvSpPr txBox="1"/>
            <p:nvPr/>
          </p:nvSpPr>
          <p:spPr>
            <a:xfrm>
              <a:off x="8424040" y="2394409"/>
              <a:ext cx="44755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>
                  <a:solidFill>
                    <a:srgbClr val="222222"/>
                  </a:solidFill>
                  <a:latin typeface="Arial" panose="020B0604020202020204" pitchFamily="34" charset="0"/>
                  <a:ea typeface="Pretendard Medium" pitchFamily="34" charset="-122"/>
                  <a:cs typeface="Arial" panose="020B0604020202020204" pitchFamily="34" charset="0"/>
                </a:rPr>
                <a:t>VPC</a:t>
              </a:r>
              <a:endPara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0" name="그래픽 89">
              <a:extLst>
                <a:ext uri="{FF2B5EF4-FFF2-40B4-BE49-F238E27FC236}">
                  <a16:creationId xmlns:a16="http://schemas.microsoft.com/office/drawing/2014/main" id="{F3700B22-703E-42C2-898A-59E6D15619F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412767" y="1678326"/>
              <a:ext cx="304800" cy="304800"/>
            </a:xfrm>
            <a:prstGeom prst="rect">
              <a:avLst/>
            </a:prstGeom>
          </p:spPr>
        </p:pic>
        <p:pic>
          <p:nvPicPr>
            <p:cNvPr id="91" name="그래픽 90">
              <a:extLst>
                <a:ext uri="{FF2B5EF4-FFF2-40B4-BE49-F238E27FC236}">
                  <a16:creationId xmlns:a16="http://schemas.microsoft.com/office/drawing/2014/main" id="{B8252FAC-B06D-4299-8599-BDAA5B8CA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116403" y="2365081"/>
              <a:ext cx="304800" cy="304800"/>
            </a:xfrm>
            <a:prstGeom prst="rect">
              <a:avLst/>
            </a:prstGeom>
          </p:spPr>
        </p:pic>
        <p:pic>
          <p:nvPicPr>
            <p:cNvPr id="92" name="그래픽 91">
              <a:extLst>
                <a:ext uri="{FF2B5EF4-FFF2-40B4-BE49-F238E27FC236}">
                  <a16:creationId xmlns:a16="http://schemas.microsoft.com/office/drawing/2014/main" id="{A8EED3A6-7EE0-46C0-8079-9C2021D2BA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746194" y="2030578"/>
              <a:ext cx="304800" cy="304800"/>
            </a:xfrm>
            <a:prstGeom prst="rect">
              <a:avLst/>
            </a:prstGeom>
          </p:spPr>
        </p:pic>
      </p:grp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B8CD04A0-C882-49ED-B4D5-C346FF4337AF}"/>
              </a:ext>
            </a:extLst>
          </p:cNvPr>
          <p:cNvSpPr/>
          <p:nvPr/>
        </p:nvSpPr>
        <p:spPr>
          <a:xfrm>
            <a:off x="7936198" y="4278532"/>
            <a:ext cx="2226491" cy="1261287"/>
          </a:xfrm>
          <a:prstGeom prst="rect">
            <a:avLst/>
          </a:prstGeom>
          <a:noFill/>
          <a:ln w="12700">
            <a:solidFill>
              <a:srgbClr val="125C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F18B489-0623-4C29-B96D-D8A3156CC488}"/>
              </a:ext>
            </a:extLst>
          </p:cNvPr>
          <p:cNvSpPr txBox="1"/>
          <p:nvPr/>
        </p:nvSpPr>
        <p:spPr>
          <a:xfrm>
            <a:off x="8286202" y="5028835"/>
            <a:ext cx="5373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Master</a:t>
            </a:r>
            <a:endParaRPr lang="en-US" altLang="ko-KR" sz="90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E429BFF-7054-43D9-A713-121D5AF39C6E}"/>
              </a:ext>
            </a:extLst>
          </p:cNvPr>
          <p:cNvSpPr txBox="1"/>
          <p:nvPr/>
        </p:nvSpPr>
        <p:spPr>
          <a:xfrm>
            <a:off x="9289873" y="5015703"/>
            <a:ext cx="736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Candidate</a:t>
            </a:r>
          </a:p>
          <a:p>
            <a:pPr algn="ctr"/>
            <a:r>
              <a:rPr lang="en-US" altLang="ko-KR" sz="9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Master</a:t>
            </a:r>
            <a:endParaRPr lang="en-US" altLang="ko-KR" sz="9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9" name="그래픽 98">
            <a:extLst>
              <a:ext uri="{FF2B5EF4-FFF2-40B4-BE49-F238E27FC236}">
                <a16:creationId xmlns:a16="http://schemas.microsoft.com/office/drawing/2014/main" id="{A84EA926-9FB0-4069-B9AB-49EC591A1E4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377106" y="4707835"/>
            <a:ext cx="342900" cy="342900"/>
          </a:xfrm>
          <a:prstGeom prst="rect">
            <a:avLst/>
          </a:prstGeom>
        </p:spPr>
      </p:pic>
      <p:pic>
        <p:nvPicPr>
          <p:cNvPr id="100" name="그래픽 99">
            <a:extLst>
              <a:ext uri="{FF2B5EF4-FFF2-40B4-BE49-F238E27FC236}">
                <a16:creationId xmlns:a16="http://schemas.microsoft.com/office/drawing/2014/main" id="{2C19AAE9-F84F-4F21-AB66-EEE7B23EF82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486473" y="4684170"/>
            <a:ext cx="342900" cy="342900"/>
          </a:xfrm>
          <a:prstGeom prst="rect">
            <a:avLst/>
          </a:prstGeom>
        </p:spPr>
      </p:pic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A3B41A48-AD90-4E59-AE95-B3593368EBFF}"/>
              </a:ext>
            </a:extLst>
          </p:cNvPr>
          <p:cNvSpPr/>
          <p:nvPr/>
        </p:nvSpPr>
        <p:spPr>
          <a:xfrm>
            <a:off x="7637118" y="4120498"/>
            <a:ext cx="2821992" cy="1775689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991DF34-ACD9-4F67-B0BA-51D08EC6B1FE}"/>
              </a:ext>
            </a:extLst>
          </p:cNvPr>
          <p:cNvSpPr txBox="1"/>
          <p:nvPr/>
        </p:nvSpPr>
        <p:spPr>
          <a:xfrm>
            <a:off x="5773939" y="5063839"/>
            <a:ext cx="1745735" cy="344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srgbClr val="333333"/>
                </a:solidFill>
                <a:latin typeface="+mn-ea"/>
              </a:rPr>
              <a:t>아이콘 위치 변경 가능</a:t>
            </a:r>
          </a:p>
        </p:txBody>
      </p:sp>
      <p:cxnSp>
        <p:nvCxnSpPr>
          <p:cNvPr id="104" name="직선 연결선[R] 55">
            <a:extLst>
              <a:ext uri="{FF2B5EF4-FFF2-40B4-BE49-F238E27FC236}">
                <a16:creationId xmlns:a16="http://schemas.microsoft.com/office/drawing/2014/main" id="{3BB9F7EC-D6B3-4BC2-AE37-033C3291E3B4}"/>
              </a:ext>
            </a:extLst>
          </p:cNvPr>
          <p:cNvCxnSpPr>
            <a:cxnSpLocks/>
          </p:cNvCxnSpPr>
          <p:nvPr/>
        </p:nvCxnSpPr>
        <p:spPr>
          <a:xfrm flipH="1">
            <a:off x="6527917" y="5781928"/>
            <a:ext cx="1104989" cy="0"/>
          </a:xfrm>
          <a:prstGeom prst="line">
            <a:avLst/>
          </a:prstGeom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[R] 58">
            <a:extLst>
              <a:ext uri="{FF2B5EF4-FFF2-40B4-BE49-F238E27FC236}">
                <a16:creationId xmlns:a16="http://schemas.microsoft.com/office/drawing/2014/main" id="{6581CE79-A5A8-49E7-A517-133A3D11E3D7}"/>
              </a:ext>
            </a:extLst>
          </p:cNvPr>
          <p:cNvCxnSpPr>
            <a:cxnSpLocks/>
          </p:cNvCxnSpPr>
          <p:nvPr/>
        </p:nvCxnSpPr>
        <p:spPr>
          <a:xfrm flipV="1">
            <a:off x="6527917" y="5358968"/>
            <a:ext cx="0" cy="421111"/>
          </a:xfrm>
          <a:prstGeom prst="line">
            <a:avLst/>
          </a:prstGeom>
          <a:ln>
            <a:solidFill>
              <a:srgbClr val="333333"/>
            </a:solidFill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E0C3F585-0729-47F9-914D-5EBBF065E3B0}"/>
              </a:ext>
            </a:extLst>
          </p:cNvPr>
          <p:cNvSpPr txBox="1"/>
          <p:nvPr/>
        </p:nvSpPr>
        <p:spPr>
          <a:xfrm>
            <a:off x="8239027" y="4313068"/>
            <a:ext cx="11015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RDS for MySQL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22604A6-ECB0-42A9-A853-0AD84042C863}"/>
              </a:ext>
            </a:extLst>
          </p:cNvPr>
          <p:cNvSpPr txBox="1"/>
          <p:nvPr/>
        </p:nvSpPr>
        <p:spPr>
          <a:xfrm>
            <a:off x="7937706" y="5619664"/>
            <a:ext cx="9989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Private subnet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8" name="그래픽 107">
            <a:extLst>
              <a:ext uri="{FF2B5EF4-FFF2-40B4-BE49-F238E27FC236}">
                <a16:creationId xmlns:a16="http://schemas.microsoft.com/office/drawing/2014/main" id="{E9B9DE46-5D41-4902-829F-4BD645EBEDB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644116" y="5592659"/>
            <a:ext cx="304800" cy="304800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2BE6B084-C81F-4C86-8380-509ADE836A4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21934" y="923485"/>
            <a:ext cx="190517" cy="190517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4840C10B-CB0A-4E63-9468-6FB3F3E0F45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33859" y="4276051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416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81011" y="381298"/>
            <a:ext cx="2724224" cy="438107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Guidelines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1011" y="529500"/>
            <a:ext cx="1956672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System Element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Text 1">
            <a:extLst>
              <a:ext uri="{FF2B5EF4-FFF2-40B4-BE49-F238E27FC236}">
                <a16:creationId xmlns:a16="http://schemas.microsoft.com/office/drawing/2014/main" id="{453D5376-4A4C-854F-94F0-5B21AC2616E7}"/>
              </a:ext>
            </a:extLst>
          </p:cNvPr>
          <p:cNvSpPr/>
          <p:nvPr/>
        </p:nvSpPr>
        <p:spPr>
          <a:xfrm>
            <a:off x="11668419" y="6444354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08</a:t>
            </a:r>
            <a:endParaRPr lang="en-US" sz="900" dirty="0">
              <a:solidFill>
                <a:srgbClr val="BBBBBB">
                  <a:alpha val="100000"/>
                </a:srgbClr>
              </a:solidFill>
              <a:latin typeface="Arial" panose="020B0604020202020204" pitchFamily="34" charset="0"/>
              <a:ea typeface="Arial Bold" pitchFamily="34" charset="-122"/>
              <a:cs typeface="Arial" panose="020B060402020202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367D9F-34EC-0D49-9EF0-DFC95F1430CB}"/>
              </a:ext>
            </a:extLst>
          </p:cNvPr>
          <p:cNvSpPr/>
          <p:nvPr/>
        </p:nvSpPr>
        <p:spPr>
          <a:xfrm>
            <a:off x="4132123" y="1165365"/>
            <a:ext cx="7102685" cy="5040000"/>
          </a:xfrm>
          <a:prstGeom prst="rect">
            <a:avLst/>
          </a:prstGeom>
          <a:noFill/>
          <a:ln w="12700">
            <a:solidFill>
              <a:srgbClr val="3333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46FC8B-BE92-A14D-83BB-A5328D0380E3}"/>
              </a:ext>
            </a:extLst>
          </p:cNvPr>
          <p:cNvSpPr txBox="1"/>
          <p:nvPr/>
        </p:nvSpPr>
        <p:spPr>
          <a:xfrm>
            <a:off x="4440290" y="1193913"/>
            <a:ext cx="8322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NHN Cloud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그래픽 8">
            <a:extLst>
              <a:ext uri="{FF2B5EF4-FFF2-40B4-BE49-F238E27FC236}">
                <a16:creationId xmlns:a16="http://schemas.microsoft.com/office/drawing/2014/main" id="{818B47A3-FD95-DB46-8815-25DA9C7C69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36944" y="1158086"/>
            <a:ext cx="304800" cy="3048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AED74D3-C382-D548-B78A-4297A2481E95}"/>
              </a:ext>
            </a:extLst>
          </p:cNvPr>
          <p:cNvSpPr/>
          <p:nvPr/>
        </p:nvSpPr>
        <p:spPr>
          <a:xfrm>
            <a:off x="4519795" y="1551226"/>
            <a:ext cx="6286767" cy="4320000"/>
          </a:xfrm>
          <a:prstGeom prst="rect">
            <a:avLst/>
          </a:prstGeom>
          <a:noFill/>
          <a:ln w="12700">
            <a:solidFill>
              <a:srgbClr val="99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6A63C3-5B38-B84E-B2DA-61D4DB272ACE}"/>
              </a:ext>
            </a:extLst>
          </p:cNvPr>
          <p:cNvSpPr txBox="1"/>
          <p:nvPr/>
        </p:nvSpPr>
        <p:spPr>
          <a:xfrm>
            <a:off x="4823944" y="157456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VPC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E9CD33-CC4F-D247-9819-1871236A894F}"/>
              </a:ext>
            </a:extLst>
          </p:cNvPr>
          <p:cNvSpPr/>
          <p:nvPr/>
        </p:nvSpPr>
        <p:spPr>
          <a:xfrm>
            <a:off x="4903046" y="2066774"/>
            <a:ext cx="2340000" cy="3419626"/>
          </a:xfrm>
          <a:prstGeom prst="rect">
            <a:avLst/>
          </a:prstGeom>
          <a:noFill/>
          <a:ln w="12700" cap="sq">
            <a:solidFill>
              <a:srgbClr val="B28FD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C865F7-A988-8D42-A70A-482D5BEA71E2}"/>
              </a:ext>
            </a:extLst>
          </p:cNvPr>
          <p:cNvSpPr txBox="1"/>
          <p:nvPr/>
        </p:nvSpPr>
        <p:spPr>
          <a:xfrm>
            <a:off x="4903440" y="2077085"/>
            <a:ext cx="13211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Availability Zone (A)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369AAA2-B240-7A4D-BF1A-EB1F2CB63584}"/>
              </a:ext>
            </a:extLst>
          </p:cNvPr>
          <p:cNvSpPr/>
          <p:nvPr/>
        </p:nvSpPr>
        <p:spPr>
          <a:xfrm>
            <a:off x="8075526" y="2066774"/>
            <a:ext cx="2340000" cy="3419626"/>
          </a:xfrm>
          <a:prstGeom prst="rect">
            <a:avLst/>
          </a:prstGeom>
          <a:noFill/>
          <a:ln w="12700" cap="sq">
            <a:solidFill>
              <a:srgbClr val="B28FD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24CD03-5474-DD45-9F38-68A2D6DEF794}"/>
              </a:ext>
            </a:extLst>
          </p:cNvPr>
          <p:cNvSpPr txBox="1"/>
          <p:nvPr/>
        </p:nvSpPr>
        <p:spPr>
          <a:xfrm>
            <a:off x="8080194" y="2077085"/>
            <a:ext cx="13211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Availability Zone (B)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3916EA1-CB81-F04C-89A6-F21199584850}"/>
              </a:ext>
            </a:extLst>
          </p:cNvPr>
          <p:cNvSpPr/>
          <p:nvPr/>
        </p:nvSpPr>
        <p:spPr>
          <a:xfrm>
            <a:off x="5194298" y="3421499"/>
            <a:ext cx="4937761" cy="883376"/>
          </a:xfrm>
          <a:prstGeom prst="rect">
            <a:avLst/>
          </a:prstGeom>
          <a:noFill/>
          <a:ln w="12700" cap="sq">
            <a:solidFill>
              <a:srgbClr val="125CE7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5B5C8D-2E08-6940-AE2C-63FB20FC8E6C}"/>
              </a:ext>
            </a:extLst>
          </p:cNvPr>
          <p:cNvSpPr txBox="1"/>
          <p:nvPr/>
        </p:nvSpPr>
        <p:spPr>
          <a:xfrm>
            <a:off x="7033038" y="3718336"/>
            <a:ext cx="12602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Auto Scaling group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FB11890-A197-F242-9D8A-5E6450EA8DD0}"/>
              </a:ext>
            </a:extLst>
          </p:cNvPr>
          <p:cNvSpPr/>
          <p:nvPr/>
        </p:nvSpPr>
        <p:spPr>
          <a:xfrm>
            <a:off x="5194298" y="4400114"/>
            <a:ext cx="4937761" cy="883376"/>
          </a:xfrm>
          <a:prstGeom prst="rect">
            <a:avLst/>
          </a:prstGeom>
          <a:noFill/>
          <a:ln w="12700" cap="sq">
            <a:solidFill>
              <a:srgbClr val="125CE7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DAF9B5-E2D0-0A4C-90A5-8E21DA891CCD}"/>
              </a:ext>
            </a:extLst>
          </p:cNvPr>
          <p:cNvSpPr txBox="1"/>
          <p:nvPr/>
        </p:nvSpPr>
        <p:spPr>
          <a:xfrm>
            <a:off x="7033038" y="4696951"/>
            <a:ext cx="12602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Auto Scaling group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ED576E-418B-D040-8095-9DCFF8BBE108}"/>
              </a:ext>
            </a:extLst>
          </p:cNvPr>
          <p:cNvSpPr txBox="1"/>
          <p:nvPr/>
        </p:nvSpPr>
        <p:spPr>
          <a:xfrm>
            <a:off x="7291923" y="2971374"/>
            <a:ext cx="7425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Auto Scale</a:t>
            </a:r>
            <a:endParaRPr lang="en-US" altLang="ko-KR" sz="9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 1">
            <a:extLst>
              <a:ext uri="{FF2B5EF4-FFF2-40B4-BE49-F238E27FC236}">
                <a16:creationId xmlns:a16="http://schemas.microsoft.com/office/drawing/2014/main" id="{D4220DD4-45C6-534B-99F6-D042AE838666}"/>
              </a:ext>
            </a:extLst>
          </p:cNvPr>
          <p:cNvSpPr/>
          <p:nvPr/>
        </p:nvSpPr>
        <p:spPr>
          <a:xfrm>
            <a:off x="876101" y="1163325"/>
            <a:ext cx="1358937" cy="36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400" dirty="0">
                <a:solidFill>
                  <a:srgbClr val="333333">
                    <a:alpha val="100000"/>
                  </a:srgbClr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Group icon</a:t>
            </a:r>
            <a:endParaRPr lang="en-US" sz="1400" dirty="0"/>
          </a:p>
        </p:txBody>
      </p:sp>
      <p:sp>
        <p:nvSpPr>
          <p:cNvPr id="77" name="Text 2">
            <a:extLst>
              <a:ext uri="{FF2B5EF4-FFF2-40B4-BE49-F238E27FC236}">
                <a16:creationId xmlns:a16="http://schemas.microsoft.com/office/drawing/2014/main" id="{1F75E7F4-97C0-1143-B59F-84D6D969D1FE}"/>
              </a:ext>
            </a:extLst>
          </p:cNvPr>
          <p:cNvSpPr/>
          <p:nvPr/>
        </p:nvSpPr>
        <p:spPr>
          <a:xfrm>
            <a:off x="876101" y="1927322"/>
            <a:ext cx="1358937" cy="36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400" dirty="0">
                <a:solidFill>
                  <a:srgbClr val="333333">
                    <a:alpha val="100000"/>
                  </a:srgbClr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Nested groups</a:t>
            </a:r>
            <a:endParaRPr lang="en-US" sz="1400" dirty="0"/>
          </a:p>
        </p:txBody>
      </p:sp>
      <p:sp>
        <p:nvSpPr>
          <p:cNvPr id="78" name="Text 3">
            <a:extLst>
              <a:ext uri="{FF2B5EF4-FFF2-40B4-BE49-F238E27FC236}">
                <a16:creationId xmlns:a16="http://schemas.microsoft.com/office/drawing/2014/main" id="{E2230BF6-31F3-3D46-B19C-7C482D8412F9}"/>
              </a:ext>
            </a:extLst>
          </p:cNvPr>
          <p:cNvSpPr/>
          <p:nvPr/>
        </p:nvSpPr>
        <p:spPr>
          <a:xfrm>
            <a:off x="876101" y="2659807"/>
            <a:ext cx="1358937" cy="36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400" dirty="0">
                <a:solidFill>
                  <a:srgbClr val="333333">
                    <a:alpha val="100000"/>
                  </a:srgbClr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Service icon</a:t>
            </a:r>
            <a:endParaRPr lang="en-US" sz="1400" dirty="0"/>
          </a:p>
        </p:txBody>
      </p:sp>
      <p:sp>
        <p:nvSpPr>
          <p:cNvPr id="79" name="Text 4">
            <a:extLst>
              <a:ext uri="{FF2B5EF4-FFF2-40B4-BE49-F238E27FC236}">
                <a16:creationId xmlns:a16="http://schemas.microsoft.com/office/drawing/2014/main" id="{98FE3738-0CC6-9B4C-8322-E362164627EE}"/>
              </a:ext>
            </a:extLst>
          </p:cNvPr>
          <p:cNvSpPr/>
          <p:nvPr/>
        </p:nvSpPr>
        <p:spPr>
          <a:xfrm>
            <a:off x="876101" y="3620397"/>
            <a:ext cx="1358937" cy="36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400" dirty="0">
                <a:solidFill>
                  <a:srgbClr val="333333">
                    <a:alpha val="100000"/>
                  </a:srgbClr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Resource icon</a:t>
            </a:r>
            <a:endParaRPr lang="en-US" sz="1400" dirty="0"/>
          </a:p>
        </p:txBody>
      </p:sp>
      <p:cxnSp>
        <p:nvCxnSpPr>
          <p:cNvPr id="87" name="직선 연결선[R] 86">
            <a:extLst>
              <a:ext uri="{FF2B5EF4-FFF2-40B4-BE49-F238E27FC236}">
                <a16:creationId xmlns:a16="http://schemas.microsoft.com/office/drawing/2014/main" id="{8B68C7AC-2A14-FE46-AF3B-EA5732BFB1D8}"/>
              </a:ext>
            </a:extLst>
          </p:cNvPr>
          <p:cNvCxnSpPr>
            <a:cxnSpLocks/>
          </p:cNvCxnSpPr>
          <p:nvPr/>
        </p:nvCxnSpPr>
        <p:spPr>
          <a:xfrm>
            <a:off x="2282612" y="1347457"/>
            <a:ext cx="1849511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[R] 88">
            <a:extLst>
              <a:ext uri="{FF2B5EF4-FFF2-40B4-BE49-F238E27FC236}">
                <a16:creationId xmlns:a16="http://schemas.microsoft.com/office/drawing/2014/main" id="{863B8FA1-1776-2E42-AFA0-250D277A9B9B}"/>
              </a:ext>
            </a:extLst>
          </p:cNvPr>
          <p:cNvCxnSpPr>
            <a:cxnSpLocks/>
          </p:cNvCxnSpPr>
          <p:nvPr/>
        </p:nvCxnSpPr>
        <p:spPr>
          <a:xfrm>
            <a:off x="2282612" y="2111454"/>
            <a:ext cx="1849511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[R] 89">
            <a:extLst>
              <a:ext uri="{FF2B5EF4-FFF2-40B4-BE49-F238E27FC236}">
                <a16:creationId xmlns:a16="http://schemas.microsoft.com/office/drawing/2014/main" id="{06E1DB4B-D6A3-3347-9005-20E9361AEAEA}"/>
              </a:ext>
            </a:extLst>
          </p:cNvPr>
          <p:cNvCxnSpPr>
            <a:cxnSpLocks/>
          </p:cNvCxnSpPr>
          <p:nvPr/>
        </p:nvCxnSpPr>
        <p:spPr>
          <a:xfrm>
            <a:off x="2282612" y="2843939"/>
            <a:ext cx="5095814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[R] 91">
            <a:extLst>
              <a:ext uri="{FF2B5EF4-FFF2-40B4-BE49-F238E27FC236}">
                <a16:creationId xmlns:a16="http://schemas.microsoft.com/office/drawing/2014/main" id="{6275DC8D-1592-2549-B9B7-EC0041522016}"/>
              </a:ext>
            </a:extLst>
          </p:cNvPr>
          <p:cNvCxnSpPr>
            <a:cxnSpLocks/>
          </p:cNvCxnSpPr>
          <p:nvPr/>
        </p:nvCxnSpPr>
        <p:spPr>
          <a:xfrm>
            <a:off x="2282612" y="3804529"/>
            <a:ext cx="3607604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래픽 2">
            <a:extLst>
              <a:ext uri="{FF2B5EF4-FFF2-40B4-BE49-F238E27FC236}">
                <a16:creationId xmlns:a16="http://schemas.microsoft.com/office/drawing/2014/main" id="{3A6E845C-B68A-E6F8-48FE-2EA7C95533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19369" y="1548051"/>
            <a:ext cx="304800" cy="304800"/>
          </a:xfrm>
          <a:prstGeom prst="rect">
            <a:avLst/>
          </a:prstGeom>
        </p:spPr>
      </p:pic>
      <p:grpSp>
        <p:nvGrpSpPr>
          <p:cNvPr id="40" name="그룹 39">
            <a:extLst>
              <a:ext uri="{FF2B5EF4-FFF2-40B4-BE49-F238E27FC236}">
                <a16:creationId xmlns:a16="http://schemas.microsoft.com/office/drawing/2014/main" id="{DE229736-1DD8-731D-8704-D045B2E42157}"/>
              </a:ext>
            </a:extLst>
          </p:cNvPr>
          <p:cNvGrpSpPr/>
          <p:nvPr/>
        </p:nvGrpSpPr>
        <p:grpSpPr>
          <a:xfrm>
            <a:off x="5914294" y="3580172"/>
            <a:ext cx="620683" cy="591506"/>
            <a:chOff x="5890216" y="3573977"/>
            <a:chExt cx="620683" cy="591506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639BE40-6F12-B34D-BDFB-E68C24446BA7}"/>
                </a:ext>
              </a:extLst>
            </p:cNvPr>
            <p:cNvSpPr txBox="1"/>
            <p:nvPr/>
          </p:nvSpPr>
          <p:spPr>
            <a:xfrm>
              <a:off x="5890216" y="3934651"/>
              <a:ext cx="62068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rgbClr val="222222"/>
                  </a:solidFill>
                  <a:latin typeface="Arial" panose="020B0604020202020204" pitchFamily="34" charset="0"/>
                  <a:ea typeface="Pretendard Medium" pitchFamily="34" charset="-122"/>
                  <a:cs typeface="Arial" panose="020B0604020202020204" pitchFamily="34" charset="0"/>
                </a:rPr>
                <a:t>Instance</a:t>
              </a:r>
              <a:endParaRPr lang="en-US" altLang="ko-KR" sz="9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9" name="그래픽 38">
              <a:extLst>
                <a:ext uri="{FF2B5EF4-FFF2-40B4-BE49-F238E27FC236}">
                  <a16:creationId xmlns:a16="http://schemas.microsoft.com/office/drawing/2014/main" id="{2C8328D8-6AA0-ACEF-0B0C-9A8A1677E30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971957" y="3573977"/>
              <a:ext cx="457200" cy="449704"/>
            </a:xfrm>
            <a:prstGeom prst="rect">
              <a:avLst/>
            </a:prstGeom>
          </p:spPr>
        </p:pic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BA25CE8-3E75-D01E-7817-EB8B6CB1A57B}"/>
              </a:ext>
            </a:extLst>
          </p:cNvPr>
          <p:cNvGrpSpPr/>
          <p:nvPr/>
        </p:nvGrpSpPr>
        <p:grpSpPr>
          <a:xfrm>
            <a:off x="8795516" y="3580172"/>
            <a:ext cx="620683" cy="591506"/>
            <a:chOff x="5890216" y="3573977"/>
            <a:chExt cx="620683" cy="591506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B31D8F5-DBB2-653A-E11D-728D23243697}"/>
                </a:ext>
              </a:extLst>
            </p:cNvPr>
            <p:cNvSpPr txBox="1"/>
            <p:nvPr/>
          </p:nvSpPr>
          <p:spPr>
            <a:xfrm>
              <a:off x="5890216" y="3934651"/>
              <a:ext cx="62068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rgbClr val="222222"/>
                  </a:solidFill>
                  <a:latin typeface="Arial" panose="020B0604020202020204" pitchFamily="34" charset="0"/>
                  <a:ea typeface="Pretendard Medium" pitchFamily="34" charset="-122"/>
                  <a:cs typeface="Arial" panose="020B0604020202020204" pitchFamily="34" charset="0"/>
                </a:rPr>
                <a:t>Instance</a:t>
              </a:r>
              <a:endParaRPr lang="en-US" altLang="ko-KR" sz="9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3" name="그래픽 42">
              <a:extLst>
                <a:ext uri="{FF2B5EF4-FFF2-40B4-BE49-F238E27FC236}">
                  <a16:creationId xmlns:a16="http://schemas.microsoft.com/office/drawing/2014/main" id="{506AE43E-E1B3-876A-8B22-D7D79010E3A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971957" y="3573977"/>
              <a:ext cx="457200" cy="449704"/>
            </a:xfrm>
            <a:prstGeom prst="rect">
              <a:avLst/>
            </a:prstGeom>
          </p:spPr>
        </p:pic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8E8521E1-4F12-D56D-3F05-C3D80D03198A}"/>
              </a:ext>
            </a:extLst>
          </p:cNvPr>
          <p:cNvGrpSpPr/>
          <p:nvPr/>
        </p:nvGrpSpPr>
        <p:grpSpPr>
          <a:xfrm>
            <a:off x="5914294" y="4546331"/>
            <a:ext cx="620683" cy="591506"/>
            <a:chOff x="5890216" y="3573977"/>
            <a:chExt cx="620683" cy="591506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F5C9335-A7EC-1E18-580B-3E7250EE6D12}"/>
                </a:ext>
              </a:extLst>
            </p:cNvPr>
            <p:cNvSpPr txBox="1"/>
            <p:nvPr/>
          </p:nvSpPr>
          <p:spPr>
            <a:xfrm>
              <a:off x="5890216" y="3934651"/>
              <a:ext cx="62068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rgbClr val="222222"/>
                  </a:solidFill>
                  <a:latin typeface="Arial" panose="020B0604020202020204" pitchFamily="34" charset="0"/>
                  <a:ea typeface="Pretendard Medium" pitchFamily="34" charset="-122"/>
                  <a:cs typeface="Arial" panose="020B0604020202020204" pitchFamily="34" charset="0"/>
                </a:rPr>
                <a:t>Instance</a:t>
              </a:r>
              <a:endParaRPr lang="en-US" altLang="ko-KR" sz="9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6" name="그래픽 45">
              <a:extLst>
                <a:ext uri="{FF2B5EF4-FFF2-40B4-BE49-F238E27FC236}">
                  <a16:creationId xmlns:a16="http://schemas.microsoft.com/office/drawing/2014/main" id="{276C5A52-CEA9-1D67-DFC5-14E35BA0A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971957" y="3573977"/>
              <a:ext cx="457200" cy="449704"/>
            </a:xfrm>
            <a:prstGeom prst="rect">
              <a:avLst/>
            </a:prstGeom>
          </p:spPr>
        </p:pic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4A0D7591-DBAF-203A-9068-585DB7C28042}"/>
              </a:ext>
            </a:extLst>
          </p:cNvPr>
          <p:cNvGrpSpPr/>
          <p:nvPr/>
        </p:nvGrpSpPr>
        <p:grpSpPr>
          <a:xfrm>
            <a:off x="8795516" y="4546331"/>
            <a:ext cx="620683" cy="591506"/>
            <a:chOff x="5890216" y="3573977"/>
            <a:chExt cx="620683" cy="591506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B846B01-0ADF-4DFE-AB42-6E52CFC33D10}"/>
                </a:ext>
              </a:extLst>
            </p:cNvPr>
            <p:cNvSpPr txBox="1"/>
            <p:nvPr/>
          </p:nvSpPr>
          <p:spPr>
            <a:xfrm>
              <a:off x="5890216" y="3934651"/>
              <a:ext cx="62068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rgbClr val="222222"/>
                  </a:solidFill>
                  <a:latin typeface="Arial" panose="020B0604020202020204" pitchFamily="34" charset="0"/>
                  <a:ea typeface="Pretendard Medium" pitchFamily="34" charset="-122"/>
                  <a:cs typeface="Arial" panose="020B0604020202020204" pitchFamily="34" charset="0"/>
                </a:rPr>
                <a:t>Instance</a:t>
              </a:r>
              <a:endParaRPr lang="en-US" altLang="ko-KR" sz="9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9" name="그래픽 48">
              <a:extLst>
                <a:ext uri="{FF2B5EF4-FFF2-40B4-BE49-F238E27FC236}">
                  <a16:creationId xmlns:a16="http://schemas.microsoft.com/office/drawing/2014/main" id="{386E9EAC-EE18-415A-68EB-E4B898C4E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971957" y="3573977"/>
              <a:ext cx="457200" cy="449704"/>
            </a:xfrm>
            <a:prstGeom prst="rect">
              <a:avLst/>
            </a:prstGeom>
          </p:spPr>
        </p:pic>
      </p:grpSp>
      <p:pic>
        <p:nvPicPr>
          <p:cNvPr id="56" name="Image 3" descr=" ">
            <a:extLst>
              <a:ext uri="{FF2B5EF4-FFF2-40B4-BE49-F238E27FC236}">
                <a16:creationId xmlns:a16="http://schemas.microsoft.com/office/drawing/2014/main" id="{F28A18B2-8EAA-ED4C-8287-4EE5CB6105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26795" y="2558118"/>
            <a:ext cx="464984" cy="464926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AB19E6A4-F195-48DC-A998-F38FFD5E594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0502" y="3415624"/>
            <a:ext cx="288000" cy="28800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4005C862-F82C-498B-BAFC-5E56BC1CEB9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0502" y="4395504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180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0DD4567-1397-7848-AE7B-98C30318D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335"/>
            <a:ext cx="12192333" cy="6857330"/>
          </a:xfrm>
          <a:prstGeom prst="rect">
            <a:avLst/>
          </a:prstGeom>
          <a:noFill/>
          <a:ln/>
        </p:spPr>
      </p:sp>
      <p:sp>
        <p:nvSpPr>
          <p:cNvPr id="9" name="Shape 1"/>
          <p:cNvSpPr/>
          <p:nvPr/>
        </p:nvSpPr>
        <p:spPr>
          <a:xfrm>
            <a:off x="457212" y="3143278"/>
            <a:ext cx="2800427" cy="571444"/>
          </a:xfrm>
          <a:prstGeom prst="rect">
            <a:avLst/>
          </a:prstGeom>
          <a:noFill/>
          <a:ln/>
        </p:spPr>
      </p:sp>
      <p:sp>
        <p:nvSpPr>
          <p:cNvPr id="10" name="Text 2"/>
          <p:cNvSpPr/>
          <p:nvPr/>
        </p:nvSpPr>
        <p:spPr>
          <a:xfrm>
            <a:off x="457213" y="457323"/>
            <a:ext cx="482613" cy="749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499"/>
              </a:lnSpc>
            </a:pPr>
            <a:r>
              <a:rPr lang="en-US" sz="4199" b="1" kern="0" spc="-84" dirty="0">
                <a:solidFill>
                  <a:schemeClr val="bg1"/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3</a:t>
            </a:r>
            <a:endParaRPr lang="en-US" sz="4199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3"/>
          <p:cNvSpPr/>
          <p:nvPr/>
        </p:nvSpPr>
        <p:spPr>
          <a:xfrm>
            <a:off x="2385368" y="457323"/>
            <a:ext cx="2515874" cy="749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499"/>
              </a:lnSpc>
            </a:pPr>
            <a:r>
              <a:rPr lang="en-US" sz="4199" b="1" kern="0" spc="-84" dirty="0">
                <a:solidFill>
                  <a:schemeClr val="bg1"/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Examples</a:t>
            </a:r>
            <a:endParaRPr lang="en-US" sz="4199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033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81011" y="381298"/>
            <a:ext cx="2724224" cy="438107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Example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NHN Cloud Groups Blank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6166D28-7898-E641-B447-FABC6F9E5C74}"/>
              </a:ext>
            </a:extLst>
          </p:cNvPr>
          <p:cNvSpPr/>
          <p:nvPr/>
        </p:nvSpPr>
        <p:spPr>
          <a:xfrm>
            <a:off x="1005580" y="1062352"/>
            <a:ext cx="10180841" cy="5266148"/>
          </a:xfrm>
          <a:prstGeom prst="rect">
            <a:avLst/>
          </a:prstGeom>
          <a:noFill/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5B8B92-C27C-4145-85C1-B33DE393ACB5}"/>
              </a:ext>
            </a:extLst>
          </p:cNvPr>
          <p:cNvSpPr txBox="1"/>
          <p:nvPr/>
        </p:nvSpPr>
        <p:spPr>
          <a:xfrm>
            <a:off x="1310380" y="1086412"/>
            <a:ext cx="8322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NHN Cloud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89B344F-1E9C-E14F-98F0-AD12CC88E1D9}"/>
              </a:ext>
            </a:extLst>
          </p:cNvPr>
          <p:cNvSpPr/>
          <p:nvPr/>
        </p:nvSpPr>
        <p:spPr>
          <a:xfrm>
            <a:off x="1411745" y="1430597"/>
            <a:ext cx="9370075" cy="4565602"/>
          </a:xfrm>
          <a:prstGeom prst="rect">
            <a:avLst/>
          </a:prstGeom>
          <a:noFill/>
          <a:ln w="12700"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A7FA8D-844D-D649-8490-231786D180B5}"/>
              </a:ext>
            </a:extLst>
          </p:cNvPr>
          <p:cNvSpPr txBox="1"/>
          <p:nvPr/>
        </p:nvSpPr>
        <p:spPr>
          <a:xfrm>
            <a:off x="1715910" y="1450650"/>
            <a:ext cx="9076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Organization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8E8BDA0-0E56-AD40-8406-53D3ECE921F1}"/>
              </a:ext>
            </a:extLst>
          </p:cNvPr>
          <p:cNvSpPr/>
          <p:nvPr/>
        </p:nvSpPr>
        <p:spPr>
          <a:xfrm>
            <a:off x="1789370" y="1814416"/>
            <a:ext cx="8587849" cy="3833826"/>
          </a:xfrm>
          <a:prstGeom prst="rect">
            <a:avLst/>
          </a:prstGeom>
          <a:noFill/>
          <a:ln w="12700"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014435-E07E-1349-A55D-5D740F83586C}"/>
              </a:ext>
            </a:extLst>
          </p:cNvPr>
          <p:cNvSpPr txBox="1"/>
          <p:nvPr/>
        </p:nvSpPr>
        <p:spPr>
          <a:xfrm>
            <a:off x="2092566" y="1830303"/>
            <a:ext cx="5822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Project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76D5820-B2E4-6C4C-AA69-BC9EC9492150}"/>
              </a:ext>
            </a:extLst>
          </p:cNvPr>
          <p:cNvSpPr/>
          <p:nvPr/>
        </p:nvSpPr>
        <p:spPr>
          <a:xfrm>
            <a:off x="2162409" y="2194837"/>
            <a:ext cx="7842576" cy="3137814"/>
          </a:xfrm>
          <a:prstGeom prst="rect">
            <a:avLst/>
          </a:prstGeom>
          <a:noFill/>
          <a:ln w="12700">
            <a:solidFill>
              <a:srgbClr val="9999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8EB8EE-870D-1542-8491-C24DFE308D94}"/>
              </a:ext>
            </a:extLst>
          </p:cNvPr>
          <p:cNvSpPr txBox="1"/>
          <p:nvPr/>
        </p:nvSpPr>
        <p:spPr>
          <a:xfrm>
            <a:off x="2464593" y="2221336"/>
            <a:ext cx="5886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Region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4594F28-10DB-9E4E-AE03-A52B556428B1}"/>
              </a:ext>
            </a:extLst>
          </p:cNvPr>
          <p:cNvSpPr/>
          <p:nvPr/>
        </p:nvSpPr>
        <p:spPr>
          <a:xfrm>
            <a:off x="2554509" y="2559618"/>
            <a:ext cx="7045874" cy="2457444"/>
          </a:xfrm>
          <a:prstGeom prst="rect">
            <a:avLst/>
          </a:prstGeom>
          <a:noFill/>
          <a:ln w="12700">
            <a:solidFill>
              <a:srgbClr val="99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FEF720-CBB7-E549-9DB6-CC7AE0DC413C}"/>
              </a:ext>
            </a:extLst>
          </p:cNvPr>
          <p:cNvSpPr txBox="1"/>
          <p:nvPr/>
        </p:nvSpPr>
        <p:spPr>
          <a:xfrm>
            <a:off x="2860520" y="2585760"/>
            <a:ext cx="5702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VPC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954B187-D666-5E43-B44C-289D7D824F2D}"/>
              </a:ext>
            </a:extLst>
          </p:cNvPr>
          <p:cNvSpPr/>
          <p:nvPr/>
        </p:nvSpPr>
        <p:spPr>
          <a:xfrm>
            <a:off x="2964327" y="2932395"/>
            <a:ext cx="6263823" cy="1785262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D96319A-2D2F-0446-88DF-F0D32BDB90DC}"/>
              </a:ext>
            </a:extLst>
          </p:cNvPr>
          <p:cNvSpPr txBox="1"/>
          <p:nvPr/>
        </p:nvSpPr>
        <p:spPr>
          <a:xfrm>
            <a:off x="3272355" y="2961033"/>
            <a:ext cx="9989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Private subnet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85FEC7E-B031-0A43-BD85-59FD7E83A09E}"/>
              </a:ext>
            </a:extLst>
          </p:cNvPr>
          <p:cNvSpPr/>
          <p:nvPr/>
        </p:nvSpPr>
        <p:spPr>
          <a:xfrm>
            <a:off x="4241758" y="3587462"/>
            <a:ext cx="3712713" cy="644249"/>
          </a:xfrm>
          <a:prstGeom prst="rect">
            <a:avLst/>
          </a:prstGeom>
          <a:noFill/>
          <a:ln w="12700">
            <a:solidFill>
              <a:srgbClr val="EE97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FEF39A6-4D93-0840-9241-3F778FFE0F05}"/>
              </a:ext>
            </a:extLst>
          </p:cNvPr>
          <p:cNvSpPr txBox="1"/>
          <p:nvPr/>
        </p:nvSpPr>
        <p:spPr>
          <a:xfrm>
            <a:off x="4244188" y="3599136"/>
            <a:ext cx="10999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Security Groups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Text 1">
            <a:extLst>
              <a:ext uri="{FF2B5EF4-FFF2-40B4-BE49-F238E27FC236}">
                <a16:creationId xmlns:a16="http://schemas.microsoft.com/office/drawing/2014/main" id="{453D5376-4A4C-854F-94F0-5B21AC2616E7}"/>
              </a:ext>
            </a:extLst>
          </p:cNvPr>
          <p:cNvSpPr/>
          <p:nvPr/>
        </p:nvSpPr>
        <p:spPr>
          <a:xfrm>
            <a:off x="11668419" y="6444354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809A4C7E-A6BE-204A-BE8A-28212B401AE9}"/>
              </a:ext>
            </a:extLst>
          </p:cNvPr>
          <p:cNvSpPr/>
          <p:nvPr/>
        </p:nvSpPr>
        <p:spPr>
          <a:xfrm>
            <a:off x="3999023" y="3282035"/>
            <a:ext cx="2030825" cy="1128124"/>
          </a:xfrm>
          <a:prstGeom prst="rect">
            <a:avLst/>
          </a:prstGeom>
          <a:noFill/>
          <a:ln w="12700" cap="sq">
            <a:solidFill>
              <a:srgbClr val="B28FD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0D25ACA-24F5-7940-822E-C106A7D2E40A}"/>
              </a:ext>
            </a:extLst>
          </p:cNvPr>
          <p:cNvSpPr txBox="1"/>
          <p:nvPr/>
        </p:nvSpPr>
        <p:spPr>
          <a:xfrm>
            <a:off x="3999024" y="3294741"/>
            <a:ext cx="13211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Availability Zone (A)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5BE11E2-17B9-9A46-A224-CD5896A29006}"/>
              </a:ext>
            </a:extLst>
          </p:cNvPr>
          <p:cNvSpPr/>
          <p:nvPr/>
        </p:nvSpPr>
        <p:spPr>
          <a:xfrm>
            <a:off x="6162153" y="3282035"/>
            <a:ext cx="2030825" cy="1128124"/>
          </a:xfrm>
          <a:prstGeom prst="rect">
            <a:avLst/>
          </a:prstGeom>
          <a:noFill/>
          <a:ln w="12700" cap="sq">
            <a:solidFill>
              <a:srgbClr val="B28FD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3A559F-6D08-2347-A9FA-23E86F8BC2A1}"/>
              </a:ext>
            </a:extLst>
          </p:cNvPr>
          <p:cNvSpPr txBox="1"/>
          <p:nvPr/>
        </p:nvSpPr>
        <p:spPr>
          <a:xfrm>
            <a:off x="6162154" y="3294741"/>
            <a:ext cx="13211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Availability Zone (B)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A3515B2-0EDD-2FFB-0292-53E6409CCF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9260" y="1430597"/>
            <a:ext cx="304800" cy="304800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D2AF48A6-7A9B-57D7-A15D-F6FE702C63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67555" y="2932395"/>
            <a:ext cx="304800" cy="304800"/>
          </a:xfrm>
          <a:prstGeom prst="rect">
            <a:avLst/>
          </a:prstGeom>
        </p:spPr>
      </p:pic>
      <p:pic>
        <p:nvPicPr>
          <p:cNvPr id="10" name="그래픽 9">
            <a:extLst>
              <a:ext uri="{FF2B5EF4-FFF2-40B4-BE49-F238E27FC236}">
                <a16:creationId xmlns:a16="http://schemas.microsoft.com/office/drawing/2014/main" id="{22C090F9-0A40-421D-FC5A-828E665AB8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86725" y="1810292"/>
            <a:ext cx="304800" cy="304800"/>
          </a:xfrm>
          <a:prstGeom prst="rect">
            <a:avLst/>
          </a:prstGeom>
        </p:spPr>
      </p:pic>
      <p:pic>
        <p:nvPicPr>
          <p:cNvPr id="14" name="그래픽 13">
            <a:extLst>
              <a:ext uri="{FF2B5EF4-FFF2-40B4-BE49-F238E27FC236}">
                <a16:creationId xmlns:a16="http://schemas.microsoft.com/office/drawing/2014/main" id="{10FDA302-54E5-9255-1DD3-0AE22EE7476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56436" y="2186928"/>
            <a:ext cx="304800" cy="304800"/>
          </a:xfrm>
          <a:prstGeom prst="rect">
            <a:avLst/>
          </a:prstGeom>
        </p:spPr>
      </p:pic>
      <p:pic>
        <p:nvPicPr>
          <p:cNvPr id="18" name="그래픽 17">
            <a:extLst>
              <a:ext uri="{FF2B5EF4-FFF2-40B4-BE49-F238E27FC236}">
                <a16:creationId xmlns:a16="http://schemas.microsoft.com/office/drawing/2014/main" id="{8427BD84-8C3B-F25E-9431-99E85BDEE77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52192" y="2560671"/>
            <a:ext cx="304800" cy="304800"/>
          </a:xfrm>
          <a:prstGeom prst="rect">
            <a:avLst/>
          </a:prstGeom>
        </p:spPr>
      </p:pic>
      <p:pic>
        <p:nvPicPr>
          <p:cNvPr id="22" name="그래픽 21">
            <a:extLst>
              <a:ext uri="{FF2B5EF4-FFF2-40B4-BE49-F238E27FC236}">
                <a16:creationId xmlns:a16="http://schemas.microsoft.com/office/drawing/2014/main" id="{524FBEE5-CD48-D0C3-F992-E81126CD75A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05580" y="1057122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866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38606"/>
            <a:ext cx="12192333" cy="419059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11668419" y="6444354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11</a:t>
            </a:r>
          </a:p>
        </p:txBody>
      </p:sp>
      <p:sp>
        <p:nvSpPr>
          <p:cNvPr id="4" name="Shape 2"/>
          <p:cNvSpPr/>
          <p:nvPr/>
        </p:nvSpPr>
        <p:spPr>
          <a:xfrm>
            <a:off x="381011" y="381298"/>
            <a:ext cx="2724224" cy="438107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Example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External Links Blank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FB8DF04-6E01-A849-8F7B-BB40B23522C3}"/>
              </a:ext>
            </a:extLst>
          </p:cNvPr>
          <p:cNvSpPr/>
          <p:nvPr/>
        </p:nvSpPr>
        <p:spPr>
          <a:xfrm>
            <a:off x="381667" y="1062351"/>
            <a:ext cx="1422309" cy="5266148"/>
          </a:xfrm>
          <a:prstGeom prst="rect">
            <a:avLst/>
          </a:prstGeom>
          <a:noFill/>
          <a:ln w="12700"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A31599-3593-2647-B188-20DDA855C0B8}"/>
              </a:ext>
            </a:extLst>
          </p:cNvPr>
          <p:cNvSpPr txBox="1"/>
          <p:nvPr/>
        </p:nvSpPr>
        <p:spPr>
          <a:xfrm>
            <a:off x="685811" y="1092711"/>
            <a:ext cx="8675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On-Premise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AAB6D9B-39DA-664A-ADAE-5CCB3CFB7772}"/>
              </a:ext>
            </a:extLst>
          </p:cNvPr>
          <p:cNvSpPr/>
          <p:nvPr/>
        </p:nvSpPr>
        <p:spPr>
          <a:xfrm>
            <a:off x="10190333" y="1062349"/>
            <a:ext cx="1620000" cy="2556000"/>
          </a:xfrm>
          <a:prstGeom prst="rect">
            <a:avLst/>
          </a:prstGeom>
          <a:noFill/>
          <a:ln w="12700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52330E0-E942-5549-9ED0-EB7753BDEA01}"/>
              </a:ext>
            </a:extLst>
          </p:cNvPr>
          <p:cNvSpPr txBox="1"/>
          <p:nvPr/>
        </p:nvSpPr>
        <p:spPr>
          <a:xfrm>
            <a:off x="10190332" y="1080231"/>
            <a:ext cx="6158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Internet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B4D7AD6-462C-1D4B-B544-00F36145E001}"/>
              </a:ext>
            </a:extLst>
          </p:cNvPr>
          <p:cNvSpPr/>
          <p:nvPr/>
        </p:nvSpPr>
        <p:spPr>
          <a:xfrm>
            <a:off x="10190333" y="3772499"/>
            <a:ext cx="1620000" cy="2556000"/>
          </a:xfrm>
          <a:prstGeom prst="rect">
            <a:avLst/>
          </a:prstGeom>
          <a:noFill/>
          <a:ln w="12700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9E681EA-9B3C-7C46-9209-DA1B616668AF}"/>
              </a:ext>
            </a:extLst>
          </p:cNvPr>
          <p:cNvSpPr txBox="1"/>
          <p:nvPr/>
        </p:nvSpPr>
        <p:spPr>
          <a:xfrm>
            <a:off x="10190332" y="3790381"/>
            <a:ext cx="8723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Cloud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AE0F90C-EA75-1D4A-B191-E251C67A841B}"/>
              </a:ext>
            </a:extLst>
          </p:cNvPr>
          <p:cNvSpPr/>
          <p:nvPr/>
        </p:nvSpPr>
        <p:spPr>
          <a:xfrm>
            <a:off x="2642735" y="1062671"/>
            <a:ext cx="6911939" cy="5265828"/>
          </a:xfrm>
          <a:prstGeom prst="rect">
            <a:avLst/>
          </a:prstGeom>
          <a:noFill/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67B0446-50B2-7940-8CF9-B9475F46AA21}"/>
              </a:ext>
            </a:extLst>
          </p:cNvPr>
          <p:cNvSpPr txBox="1"/>
          <p:nvPr/>
        </p:nvSpPr>
        <p:spPr>
          <a:xfrm>
            <a:off x="2950900" y="1091219"/>
            <a:ext cx="8322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NHN Cloud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5BDA18E9-D177-CF41-AABC-76403CAA1FDB}"/>
              </a:ext>
            </a:extLst>
          </p:cNvPr>
          <p:cNvSpPr/>
          <p:nvPr/>
        </p:nvSpPr>
        <p:spPr>
          <a:xfrm>
            <a:off x="3119832" y="1460548"/>
            <a:ext cx="5956068" cy="4485875"/>
          </a:xfrm>
          <a:prstGeom prst="rect">
            <a:avLst/>
          </a:prstGeom>
          <a:noFill/>
          <a:ln w="12700">
            <a:solidFill>
              <a:srgbClr val="99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3161D54-D195-FE41-B3D6-498A14AFB21F}"/>
              </a:ext>
            </a:extLst>
          </p:cNvPr>
          <p:cNvSpPr txBox="1"/>
          <p:nvPr/>
        </p:nvSpPr>
        <p:spPr>
          <a:xfrm>
            <a:off x="3423976" y="148388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VPC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22DF8E56-F6F3-FC48-85E4-57A558471845}"/>
              </a:ext>
            </a:extLst>
          </p:cNvPr>
          <p:cNvSpPr/>
          <p:nvPr/>
        </p:nvSpPr>
        <p:spPr>
          <a:xfrm>
            <a:off x="3585020" y="1850546"/>
            <a:ext cx="5021961" cy="3741050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CC658D0-424E-0A4F-ADD3-722BD1333DF2}"/>
              </a:ext>
            </a:extLst>
          </p:cNvPr>
          <p:cNvSpPr txBox="1"/>
          <p:nvPr/>
        </p:nvSpPr>
        <p:spPr>
          <a:xfrm>
            <a:off x="3893681" y="1870781"/>
            <a:ext cx="9492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Public subnet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8F092752-F398-E046-B41D-513F67A84D49}"/>
              </a:ext>
            </a:extLst>
          </p:cNvPr>
          <p:cNvSpPr/>
          <p:nvPr/>
        </p:nvSpPr>
        <p:spPr>
          <a:xfrm>
            <a:off x="4372251" y="2657759"/>
            <a:ext cx="3444695" cy="2221158"/>
          </a:xfrm>
          <a:prstGeom prst="rect">
            <a:avLst/>
          </a:prstGeom>
          <a:noFill/>
          <a:ln w="12700">
            <a:solidFill>
              <a:srgbClr val="EE97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C4204FF-E595-6247-A95D-7339A76E1BDC}"/>
              </a:ext>
            </a:extLst>
          </p:cNvPr>
          <p:cNvSpPr txBox="1"/>
          <p:nvPr/>
        </p:nvSpPr>
        <p:spPr>
          <a:xfrm>
            <a:off x="4374680" y="2669432"/>
            <a:ext cx="10999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Security Groups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A4C28B8-F6DE-334E-9B68-9D19B54298F6}"/>
              </a:ext>
            </a:extLst>
          </p:cNvPr>
          <p:cNvSpPr/>
          <p:nvPr/>
        </p:nvSpPr>
        <p:spPr>
          <a:xfrm>
            <a:off x="4023946" y="2268443"/>
            <a:ext cx="2017063" cy="2983288"/>
          </a:xfrm>
          <a:prstGeom prst="rect">
            <a:avLst/>
          </a:prstGeom>
          <a:noFill/>
          <a:ln w="12700" cap="sq">
            <a:solidFill>
              <a:srgbClr val="B28FD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6B78B8B-0925-E142-9713-9F003ABBB55A}"/>
              </a:ext>
            </a:extLst>
          </p:cNvPr>
          <p:cNvSpPr txBox="1"/>
          <p:nvPr/>
        </p:nvSpPr>
        <p:spPr>
          <a:xfrm>
            <a:off x="4026034" y="2264270"/>
            <a:ext cx="13299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Availability Zone (A)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1E2543A-4E5D-5E4D-ADB9-F5FEC116A247}"/>
              </a:ext>
            </a:extLst>
          </p:cNvPr>
          <p:cNvSpPr/>
          <p:nvPr/>
        </p:nvSpPr>
        <p:spPr>
          <a:xfrm>
            <a:off x="6150991" y="2268443"/>
            <a:ext cx="2017063" cy="2983288"/>
          </a:xfrm>
          <a:prstGeom prst="rect">
            <a:avLst/>
          </a:prstGeom>
          <a:noFill/>
          <a:ln w="12700" cap="sq">
            <a:solidFill>
              <a:srgbClr val="B28FD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C598E7A-1686-6A4B-B079-38386DFD4686}"/>
              </a:ext>
            </a:extLst>
          </p:cNvPr>
          <p:cNvSpPr txBox="1"/>
          <p:nvPr/>
        </p:nvSpPr>
        <p:spPr>
          <a:xfrm>
            <a:off x="6153079" y="2264270"/>
            <a:ext cx="13299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Availability Zone (B)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9" name="그래픽 38">
            <a:extLst>
              <a:ext uri="{FF2B5EF4-FFF2-40B4-BE49-F238E27FC236}">
                <a16:creationId xmlns:a16="http://schemas.microsoft.com/office/drawing/2014/main" id="{E8B8165F-ED94-6635-8B68-742479FE93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4517" y="1057011"/>
            <a:ext cx="304800" cy="304800"/>
          </a:xfrm>
          <a:prstGeom prst="rect">
            <a:avLst/>
          </a:prstGeom>
        </p:spPr>
      </p:pic>
      <p:pic>
        <p:nvPicPr>
          <p:cNvPr id="41" name="그래픽 40">
            <a:extLst>
              <a:ext uri="{FF2B5EF4-FFF2-40B4-BE49-F238E27FC236}">
                <a16:creationId xmlns:a16="http://schemas.microsoft.com/office/drawing/2014/main" id="{A96CC949-4CDD-C898-D767-F4D7DE1C66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39750" y="1053836"/>
            <a:ext cx="304800" cy="304800"/>
          </a:xfrm>
          <a:prstGeom prst="rect">
            <a:avLst/>
          </a:prstGeom>
        </p:spPr>
      </p:pic>
      <p:pic>
        <p:nvPicPr>
          <p:cNvPr id="45" name="그래픽 44">
            <a:extLst>
              <a:ext uri="{FF2B5EF4-FFF2-40B4-BE49-F238E27FC236}">
                <a16:creationId xmlns:a16="http://schemas.microsoft.com/office/drawing/2014/main" id="{4CD614C2-C407-8617-A43A-284D1E5D7C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18248" y="1457373"/>
            <a:ext cx="304800" cy="304800"/>
          </a:xfrm>
          <a:prstGeom prst="rect">
            <a:avLst/>
          </a:prstGeom>
        </p:spPr>
      </p:pic>
      <p:pic>
        <p:nvPicPr>
          <p:cNvPr id="48" name="그래픽 47">
            <a:extLst>
              <a:ext uri="{FF2B5EF4-FFF2-40B4-BE49-F238E27FC236}">
                <a16:creationId xmlns:a16="http://schemas.microsoft.com/office/drawing/2014/main" id="{F42E41D1-BBD6-268B-755E-4328F448667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85204" y="1850546"/>
            <a:ext cx="304800" cy="304800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08CCE33F-883A-174F-8CA7-E15F7A035F94}"/>
              </a:ext>
            </a:extLst>
          </p:cNvPr>
          <p:cNvSpPr/>
          <p:nvPr/>
        </p:nvSpPr>
        <p:spPr>
          <a:xfrm>
            <a:off x="2950900" y="3580228"/>
            <a:ext cx="302254" cy="30225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CAD40B8-8DC8-403F-8EAA-DCFC7CF09EEF}"/>
              </a:ext>
            </a:extLst>
          </p:cNvPr>
          <p:cNvGrpSpPr/>
          <p:nvPr/>
        </p:nvGrpSpPr>
        <p:grpSpPr>
          <a:xfrm>
            <a:off x="2752838" y="3467114"/>
            <a:ext cx="729687" cy="805336"/>
            <a:chOff x="2752838" y="3501284"/>
            <a:chExt cx="729687" cy="805336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EEFC38A-2F57-FD45-908D-D8FDF4968C52}"/>
                </a:ext>
              </a:extLst>
            </p:cNvPr>
            <p:cNvSpPr txBox="1"/>
            <p:nvPr/>
          </p:nvSpPr>
          <p:spPr>
            <a:xfrm>
              <a:off x="2752838" y="3937288"/>
              <a:ext cx="7296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rgbClr val="222222"/>
                  </a:solidFill>
                  <a:latin typeface="Arial" panose="020B0604020202020204" pitchFamily="34" charset="0"/>
                  <a:ea typeface="Pretendard Medium" pitchFamily="34" charset="-122"/>
                  <a:cs typeface="Arial" panose="020B0604020202020204" pitchFamily="34" charset="0"/>
                </a:rPr>
                <a:t>Colocation</a:t>
              </a:r>
            </a:p>
            <a:p>
              <a:pPr algn="ctr"/>
              <a:r>
                <a:rPr lang="en-US" altLang="ko-KR" sz="900" dirty="0">
                  <a:solidFill>
                    <a:srgbClr val="222222"/>
                  </a:solidFill>
                  <a:latin typeface="Arial" panose="020B0604020202020204" pitchFamily="34" charset="0"/>
                  <a:ea typeface="Pretendard Medium" pitchFamily="34" charset="-122"/>
                  <a:cs typeface="Arial" panose="020B0604020202020204" pitchFamily="34" charset="0"/>
                </a:rPr>
                <a:t>Gateway</a:t>
              </a:r>
              <a:endParaRPr lang="en-US" altLang="ko-KR" sz="9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" name="그래픽 7">
              <a:extLst>
                <a:ext uri="{FF2B5EF4-FFF2-40B4-BE49-F238E27FC236}">
                  <a16:creationId xmlns:a16="http://schemas.microsoft.com/office/drawing/2014/main" id="{0B96DAA1-53DB-CC75-5262-567F239AB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877362" y="3501284"/>
              <a:ext cx="457200" cy="457200"/>
            </a:xfrm>
            <a:prstGeom prst="rect">
              <a:avLst/>
            </a:prstGeom>
          </p:spPr>
        </p:pic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98ECA66-02A2-4D26-9211-55EC193A1402}"/>
              </a:ext>
            </a:extLst>
          </p:cNvPr>
          <p:cNvGrpSpPr/>
          <p:nvPr/>
        </p:nvGrpSpPr>
        <p:grpSpPr>
          <a:xfrm>
            <a:off x="8270868" y="3505032"/>
            <a:ext cx="639919" cy="815325"/>
            <a:chOff x="8746276" y="3505032"/>
            <a:chExt cx="639919" cy="815325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A9A8310-E251-2641-8BAD-323F3732AE18}"/>
                </a:ext>
              </a:extLst>
            </p:cNvPr>
            <p:cNvSpPr txBox="1"/>
            <p:nvPr/>
          </p:nvSpPr>
          <p:spPr>
            <a:xfrm>
              <a:off x="8746276" y="3951025"/>
              <a:ext cx="6399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rgbClr val="222222"/>
                  </a:solidFill>
                  <a:latin typeface="Arial" panose="020B0604020202020204" pitchFamily="34" charset="0"/>
                  <a:ea typeface="Pretendard Medium" pitchFamily="34" charset="-122"/>
                  <a:cs typeface="Arial" panose="020B0604020202020204" pitchFamily="34" charset="0"/>
                </a:rPr>
                <a:t>Internet</a:t>
              </a:r>
            </a:p>
            <a:p>
              <a:pPr algn="ctr"/>
              <a:r>
                <a:rPr lang="en-US" altLang="ko-KR" sz="900" dirty="0">
                  <a:solidFill>
                    <a:srgbClr val="222222"/>
                  </a:solidFill>
                  <a:latin typeface="Arial" panose="020B0604020202020204" pitchFamily="34" charset="0"/>
                  <a:ea typeface="Pretendard Medium" pitchFamily="34" charset="-122"/>
                  <a:cs typeface="Arial" panose="020B0604020202020204" pitchFamily="34" charset="0"/>
                </a:rPr>
                <a:t>Gateway</a:t>
              </a:r>
              <a:endParaRPr lang="en-US" altLang="ko-KR" sz="9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" name="그래픽 8">
              <a:extLst>
                <a:ext uri="{FF2B5EF4-FFF2-40B4-BE49-F238E27FC236}">
                  <a16:creationId xmlns:a16="http://schemas.microsoft.com/office/drawing/2014/main" id="{663FFC18-9FE7-15E0-7CEE-52A75DE02C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846647" y="3505032"/>
              <a:ext cx="457200" cy="449704"/>
            </a:xfrm>
            <a:prstGeom prst="rect">
              <a:avLst/>
            </a:prstGeom>
          </p:spPr>
        </p:pic>
      </p:grpSp>
      <p:cxnSp>
        <p:nvCxnSpPr>
          <p:cNvPr id="47" name="직선 연결선[R] 91">
            <a:extLst>
              <a:ext uri="{FF2B5EF4-FFF2-40B4-BE49-F238E27FC236}">
                <a16:creationId xmlns:a16="http://schemas.microsoft.com/office/drawing/2014/main" id="{762FFA2A-734A-4204-AC42-303CA07BEEBF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1803976" y="3695425"/>
            <a:ext cx="1126549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[R] 46">
            <a:extLst>
              <a:ext uri="{FF2B5EF4-FFF2-40B4-BE49-F238E27FC236}">
                <a16:creationId xmlns:a16="http://schemas.microsoft.com/office/drawing/2014/main" id="{7995F620-7E8C-4733-8CA1-331881E572A0}"/>
              </a:ext>
            </a:extLst>
          </p:cNvPr>
          <p:cNvCxnSpPr>
            <a:cxnSpLocks/>
            <a:stCxn id="9" idx="3"/>
            <a:endCxn id="46" idx="1"/>
          </p:cNvCxnSpPr>
          <p:nvPr/>
        </p:nvCxnSpPr>
        <p:spPr>
          <a:xfrm flipV="1">
            <a:off x="8828439" y="2340349"/>
            <a:ext cx="1361894" cy="1389535"/>
          </a:xfrm>
          <a:prstGeom prst="bentConnector3">
            <a:avLst>
              <a:gd name="adj1" fmla="val 72381"/>
            </a:avLst>
          </a:prstGeom>
          <a:ln w="12700">
            <a:solidFill>
              <a:srgbClr val="555555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[R] 46">
            <a:extLst>
              <a:ext uri="{FF2B5EF4-FFF2-40B4-BE49-F238E27FC236}">
                <a16:creationId xmlns:a16="http://schemas.microsoft.com/office/drawing/2014/main" id="{48586ED9-8804-4CAA-967F-88F1FD9D6135}"/>
              </a:ext>
            </a:extLst>
          </p:cNvPr>
          <p:cNvCxnSpPr>
            <a:cxnSpLocks/>
            <a:stCxn id="9" idx="3"/>
            <a:endCxn id="51" idx="1"/>
          </p:cNvCxnSpPr>
          <p:nvPr/>
        </p:nvCxnSpPr>
        <p:spPr>
          <a:xfrm>
            <a:off x="8828439" y="3729884"/>
            <a:ext cx="1361894" cy="1320615"/>
          </a:xfrm>
          <a:prstGeom prst="bentConnector3">
            <a:avLst>
              <a:gd name="adj1" fmla="val 72381"/>
            </a:avLst>
          </a:prstGeom>
          <a:ln w="12700">
            <a:solidFill>
              <a:srgbClr val="555555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Image 3" descr=" ">
            <a:extLst>
              <a:ext uri="{FF2B5EF4-FFF2-40B4-BE49-F238E27FC236}">
                <a16:creationId xmlns:a16="http://schemas.microsoft.com/office/drawing/2014/main" id="{64E8D7B8-5AA6-481E-AFA3-11FFAE3DF84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010546" y="3465359"/>
            <a:ext cx="457257" cy="45720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A8D5782B-3EE4-40AB-85D3-AF02620D18D3}"/>
              </a:ext>
            </a:extLst>
          </p:cNvPr>
          <p:cNvSpPr txBox="1"/>
          <p:nvPr/>
        </p:nvSpPr>
        <p:spPr>
          <a:xfrm>
            <a:off x="1914727" y="3885237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Direct</a:t>
            </a:r>
            <a:br>
              <a:rPr lang="en-US" altLang="ko-KR" sz="90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</a:br>
            <a:r>
              <a:rPr lang="en-US" altLang="ko-KR" sz="90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Connect</a:t>
            </a:r>
            <a:endParaRPr lang="en-US" altLang="ko-KR" sz="9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546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81011" y="381298"/>
            <a:ext cx="2724224" cy="438107"/>
          </a:xfrm>
          <a:prstGeom prst="rect">
            <a:avLst/>
          </a:prstGeom>
          <a:noFill/>
          <a:ln/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6166D28-7898-E641-B447-FABC6F9E5C74}"/>
              </a:ext>
            </a:extLst>
          </p:cNvPr>
          <p:cNvSpPr/>
          <p:nvPr/>
        </p:nvSpPr>
        <p:spPr>
          <a:xfrm>
            <a:off x="381011" y="1063932"/>
            <a:ext cx="11429978" cy="5264567"/>
          </a:xfrm>
          <a:prstGeom prst="rect">
            <a:avLst/>
          </a:prstGeom>
          <a:noFill/>
          <a:ln w="12700">
            <a:solidFill>
              <a:srgbClr val="3333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5B8B92-C27C-4145-85C1-B33DE393ACB5}"/>
              </a:ext>
            </a:extLst>
          </p:cNvPr>
          <p:cNvSpPr txBox="1"/>
          <p:nvPr/>
        </p:nvSpPr>
        <p:spPr>
          <a:xfrm>
            <a:off x="680771" y="1090721"/>
            <a:ext cx="8322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NHN Cloud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FF21DEC-96A5-754A-BE11-E752288E2DD2}"/>
              </a:ext>
            </a:extLst>
          </p:cNvPr>
          <p:cNvSpPr/>
          <p:nvPr/>
        </p:nvSpPr>
        <p:spPr>
          <a:xfrm>
            <a:off x="774045" y="1454999"/>
            <a:ext cx="5875511" cy="4549291"/>
          </a:xfrm>
          <a:prstGeom prst="rect">
            <a:avLst/>
          </a:prstGeom>
          <a:noFill/>
          <a:ln w="12700">
            <a:solidFill>
              <a:srgbClr val="9999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EFE84DC-CB01-AC4E-97EB-127A133ACEE2}"/>
              </a:ext>
            </a:extLst>
          </p:cNvPr>
          <p:cNvSpPr txBox="1"/>
          <p:nvPr/>
        </p:nvSpPr>
        <p:spPr>
          <a:xfrm>
            <a:off x="1074583" y="1480321"/>
            <a:ext cx="8803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Region </a:t>
            </a:r>
            <a:r>
              <a:rPr lang="ko-KR" altLang="en-US" sz="1000" dirty="0">
                <a:solidFill>
                  <a:srgbClr val="222222"/>
                </a:solidFill>
                <a:latin typeface="+mn-ea"/>
                <a:cs typeface="Arial" panose="020B0604020202020204" pitchFamily="34" charset="0"/>
              </a:rPr>
              <a:t>판교</a:t>
            </a:r>
            <a:endParaRPr lang="en-US" altLang="ko-KR" sz="1000" dirty="0">
              <a:solidFill>
                <a:srgbClr val="222222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79BDE0F0-C5B9-DC4E-99C5-28C611CBB51B}"/>
              </a:ext>
            </a:extLst>
          </p:cNvPr>
          <p:cNvSpPr/>
          <p:nvPr/>
        </p:nvSpPr>
        <p:spPr>
          <a:xfrm>
            <a:off x="1130285" y="1817755"/>
            <a:ext cx="5181503" cy="3846670"/>
          </a:xfrm>
          <a:prstGeom prst="rect">
            <a:avLst/>
          </a:prstGeom>
          <a:noFill/>
          <a:ln w="12700">
            <a:solidFill>
              <a:srgbClr val="99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07EA034-9B02-FA47-82A9-ACA4D6EA1C8F}"/>
              </a:ext>
            </a:extLst>
          </p:cNvPr>
          <p:cNvSpPr txBox="1"/>
          <p:nvPr/>
        </p:nvSpPr>
        <p:spPr>
          <a:xfrm>
            <a:off x="1436297" y="1844921"/>
            <a:ext cx="8803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VPC</a:t>
            </a:r>
            <a:r>
              <a:rPr lang="ko-KR" altLang="en-US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 </a:t>
            </a:r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Private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684C24A5-D9CC-0448-B438-8DF046CBF569}"/>
              </a:ext>
            </a:extLst>
          </p:cNvPr>
          <p:cNvSpPr/>
          <p:nvPr/>
        </p:nvSpPr>
        <p:spPr>
          <a:xfrm>
            <a:off x="1509125" y="2208909"/>
            <a:ext cx="4414245" cy="3170836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1AD2DB0-4DB0-684F-8D2C-1C07DE9A5D6B}"/>
              </a:ext>
            </a:extLst>
          </p:cNvPr>
          <p:cNvSpPr txBox="1"/>
          <p:nvPr/>
        </p:nvSpPr>
        <p:spPr>
          <a:xfrm>
            <a:off x="1815389" y="2238846"/>
            <a:ext cx="9989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Private subnet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E744AAB2-842A-1842-BFE1-D4AF2CFF16DB}"/>
              </a:ext>
            </a:extLst>
          </p:cNvPr>
          <p:cNvSpPr/>
          <p:nvPr/>
        </p:nvSpPr>
        <p:spPr>
          <a:xfrm>
            <a:off x="1891056" y="2602835"/>
            <a:ext cx="1348460" cy="2436836"/>
          </a:xfrm>
          <a:prstGeom prst="rect">
            <a:avLst/>
          </a:prstGeom>
          <a:noFill/>
          <a:ln w="12700" cap="sq">
            <a:solidFill>
              <a:srgbClr val="B28FD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800CE30-A3CC-8240-A6BE-CDE1381E0BBB}"/>
              </a:ext>
            </a:extLst>
          </p:cNvPr>
          <p:cNvSpPr txBox="1"/>
          <p:nvPr/>
        </p:nvSpPr>
        <p:spPr>
          <a:xfrm>
            <a:off x="1883855" y="2622994"/>
            <a:ext cx="13211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Availability Zone</a:t>
            </a:r>
            <a:r>
              <a:rPr lang="ko-KR" altLang="en-US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 </a:t>
            </a:r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(A)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B257485A-99FA-274F-B30A-01DA436BC439}"/>
              </a:ext>
            </a:extLst>
          </p:cNvPr>
          <p:cNvSpPr/>
          <p:nvPr/>
        </p:nvSpPr>
        <p:spPr>
          <a:xfrm>
            <a:off x="3345021" y="2602835"/>
            <a:ext cx="2225523" cy="2436836"/>
          </a:xfrm>
          <a:prstGeom prst="rect">
            <a:avLst/>
          </a:prstGeom>
          <a:noFill/>
          <a:ln w="12700" cap="sq">
            <a:solidFill>
              <a:srgbClr val="B28FD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6B1BE8E-4BC4-484B-ABB8-8A019A1B0FC8}"/>
              </a:ext>
            </a:extLst>
          </p:cNvPr>
          <p:cNvSpPr txBox="1"/>
          <p:nvPr/>
        </p:nvSpPr>
        <p:spPr>
          <a:xfrm>
            <a:off x="3352663" y="2622994"/>
            <a:ext cx="13211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Availability Zone (B)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A1A0E57F-F9C9-1843-A300-199A6B129498}"/>
              </a:ext>
            </a:extLst>
          </p:cNvPr>
          <p:cNvSpPr/>
          <p:nvPr/>
        </p:nvSpPr>
        <p:spPr>
          <a:xfrm>
            <a:off x="2034293" y="2976436"/>
            <a:ext cx="8160987" cy="1794252"/>
          </a:xfrm>
          <a:prstGeom prst="rect">
            <a:avLst/>
          </a:prstGeom>
          <a:noFill/>
          <a:ln w="12700">
            <a:solidFill>
              <a:srgbClr val="125C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47CB1D7-68E4-F041-848B-6D67833AA5F7}"/>
              </a:ext>
            </a:extLst>
          </p:cNvPr>
          <p:cNvSpPr txBox="1"/>
          <p:nvPr/>
        </p:nvSpPr>
        <p:spPr>
          <a:xfrm>
            <a:off x="2321870" y="3002842"/>
            <a:ext cx="11015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RDS for MySQL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Shape 2">
            <a:extLst>
              <a:ext uri="{FF2B5EF4-FFF2-40B4-BE49-F238E27FC236}">
                <a16:creationId xmlns:a16="http://schemas.microsoft.com/office/drawing/2014/main" id="{48E430B5-86FD-DB49-87B0-3ABFF9C995D5}"/>
              </a:ext>
            </a:extLst>
          </p:cNvPr>
          <p:cNvSpPr/>
          <p:nvPr/>
        </p:nvSpPr>
        <p:spPr>
          <a:xfrm>
            <a:off x="381011" y="381298"/>
            <a:ext cx="2724224" cy="438107"/>
          </a:xfrm>
          <a:prstGeom prst="rect">
            <a:avLst/>
          </a:prstGeom>
          <a:noFill/>
          <a:ln/>
        </p:spPr>
      </p:sp>
      <p:sp>
        <p:nvSpPr>
          <p:cNvPr id="104" name="Text 3">
            <a:extLst>
              <a:ext uri="{FF2B5EF4-FFF2-40B4-BE49-F238E27FC236}">
                <a16:creationId xmlns:a16="http://schemas.microsoft.com/office/drawing/2014/main" id="{3D797205-54D4-D249-854D-7BE3412FC331}"/>
              </a:ext>
            </a:extLst>
          </p:cNvPr>
          <p:cNvSpPr/>
          <p:nvPr/>
        </p:nvSpPr>
        <p:spPr>
          <a:xfrm>
            <a:off x="381010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Example</a:t>
            </a:r>
            <a:endParaRPr lang="en-US" sz="1000" dirty="0"/>
          </a:p>
        </p:txBody>
      </p:sp>
      <p:sp>
        <p:nvSpPr>
          <p:cNvPr id="105" name="Text 4">
            <a:extLst>
              <a:ext uri="{FF2B5EF4-FFF2-40B4-BE49-F238E27FC236}">
                <a16:creationId xmlns:a16="http://schemas.microsoft.com/office/drawing/2014/main" id="{A67B09A1-3B18-1A4D-BD9D-E924A60A6D1E}"/>
              </a:ext>
            </a:extLst>
          </p:cNvPr>
          <p:cNvSpPr/>
          <p:nvPr/>
        </p:nvSpPr>
        <p:spPr>
          <a:xfrm>
            <a:off x="381010" y="529500"/>
            <a:ext cx="5714989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" altLang="ko-KR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RDS for MySQL Multi-Region High Availability</a:t>
            </a:r>
            <a:endParaRPr lang="en-US" altLang="ko-K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A76BE2E1-91E0-7D4D-9F20-8EBEF858AFD8}"/>
              </a:ext>
            </a:extLst>
          </p:cNvPr>
          <p:cNvSpPr/>
          <p:nvPr/>
        </p:nvSpPr>
        <p:spPr>
          <a:xfrm>
            <a:off x="8079123" y="1455000"/>
            <a:ext cx="3338831" cy="4549290"/>
          </a:xfrm>
          <a:prstGeom prst="rect">
            <a:avLst/>
          </a:prstGeom>
          <a:noFill/>
          <a:ln w="12700">
            <a:solidFill>
              <a:srgbClr val="9999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2F0EDF8-4E58-C341-863F-DAFC8862FEF3}"/>
              </a:ext>
            </a:extLst>
          </p:cNvPr>
          <p:cNvSpPr txBox="1"/>
          <p:nvPr/>
        </p:nvSpPr>
        <p:spPr>
          <a:xfrm>
            <a:off x="8372482" y="1478256"/>
            <a:ext cx="8803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Region</a:t>
            </a:r>
            <a:r>
              <a:rPr lang="ko-KR" altLang="en-US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 </a:t>
            </a:r>
            <a:r>
              <a:rPr lang="ko-KR" altLang="en-US" sz="1000" dirty="0">
                <a:solidFill>
                  <a:srgbClr val="222222"/>
                </a:solidFill>
                <a:latin typeface="+mn-ea"/>
                <a:cs typeface="Arial" panose="020B0604020202020204" pitchFamily="34" charset="0"/>
              </a:rPr>
              <a:t>평촌</a:t>
            </a:r>
            <a:endParaRPr lang="en-US" altLang="ko-KR" sz="1000" dirty="0">
              <a:solidFill>
                <a:srgbClr val="222222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F9EA184E-ACEF-A047-88F8-446D0C23FE9A}"/>
              </a:ext>
            </a:extLst>
          </p:cNvPr>
          <p:cNvSpPr/>
          <p:nvPr/>
        </p:nvSpPr>
        <p:spPr>
          <a:xfrm>
            <a:off x="8477501" y="1817756"/>
            <a:ext cx="2583002" cy="3846670"/>
          </a:xfrm>
          <a:prstGeom prst="rect">
            <a:avLst/>
          </a:prstGeom>
          <a:noFill/>
          <a:ln w="12700">
            <a:solidFill>
              <a:srgbClr val="99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BC62588-E9D7-C644-A3E3-94FBD07426FC}"/>
              </a:ext>
            </a:extLst>
          </p:cNvPr>
          <p:cNvSpPr txBox="1"/>
          <p:nvPr/>
        </p:nvSpPr>
        <p:spPr>
          <a:xfrm>
            <a:off x="8781645" y="1841092"/>
            <a:ext cx="8803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VPC</a:t>
            </a:r>
            <a:r>
              <a:rPr lang="ko-KR" altLang="en-US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 </a:t>
            </a:r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Private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75EDB4E8-B040-A94C-9037-C1A2A4D093D3}"/>
              </a:ext>
            </a:extLst>
          </p:cNvPr>
          <p:cNvSpPr/>
          <p:nvPr/>
        </p:nvSpPr>
        <p:spPr>
          <a:xfrm>
            <a:off x="8849366" y="2208909"/>
            <a:ext cx="1833509" cy="3170835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A7E2923-87F6-784B-ACCD-D2740F352E8F}"/>
              </a:ext>
            </a:extLst>
          </p:cNvPr>
          <p:cNvSpPr txBox="1"/>
          <p:nvPr/>
        </p:nvSpPr>
        <p:spPr>
          <a:xfrm>
            <a:off x="9164032" y="2237413"/>
            <a:ext cx="9989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Private subnet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0" name="Text 1">
            <a:extLst>
              <a:ext uri="{FF2B5EF4-FFF2-40B4-BE49-F238E27FC236}">
                <a16:creationId xmlns:a16="http://schemas.microsoft.com/office/drawing/2014/main" id="{B4034A99-B47B-F940-BB79-3127B7393446}"/>
              </a:ext>
            </a:extLst>
          </p:cNvPr>
          <p:cNvSpPr/>
          <p:nvPr/>
        </p:nvSpPr>
        <p:spPr>
          <a:xfrm>
            <a:off x="11668419" y="6444354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12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342CFF9C-FD74-8B4E-B5F3-87170BD97246}"/>
              </a:ext>
            </a:extLst>
          </p:cNvPr>
          <p:cNvSpPr/>
          <p:nvPr/>
        </p:nvSpPr>
        <p:spPr>
          <a:xfrm>
            <a:off x="9091890" y="2602834"/>
            <a:ext cx="1348460" cy="2436836"/>
          </a:xfrm>
          <a:prstGeom prst="rect">
            <a:avLst/>
          </a:prstGeom>
          <a:noFill/>
          <a:ln w="12700" cap="sq">
            <a:solidFill>
              <a:srgbClr val="B28FD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C846C89-6633-D34C-A3B8-72B3F6E3AFF8}"/>
              </a:ext>
            </a:extLst>
          </p:cNvPr>
          <p:cNvSpPr txBox="1"/>
          <p:nvPr/>
        </p:nvSpPr>
        <p:spPr>
          <a:xfrm>
            <a:off x="9105522" y="2622993"/>
            <a:ext cx="13211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Availability Zone</a:t>
            </a:r>
            <a:r>
              <a:rPr lang="ko-KR" altLang="en-US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 </a:t>
            </a:r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(A)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6EAE115-2CE2-D644-BDAC-092FC7CA9E17}"/>
              </a:ext>
            </a:extLst>
          </p:cNvPr>
          <p:cNvSpPr txBox="1"/>
          <p:nvPr/>
        </p:nvSpPr>
        <p:spPr>
          <a:xfrm>
            <a:off x="4499591" y="3951414"/>
            <a:ext cx="8861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Read Replica</a:t>
            </a:r>
            <a:endParaRPr lang="en-US" altLang="ko-KR" sz="9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5365B33-3FCC-F24E-A7F5-4BB036393274}"/>
              </a:ext>
            </a:extLst>
          </p:cNvPr>
          <p:cNvSpPr txBox="1"/>
          <p:nvPr/>
        </p:nvSpPr>
        <p:spPr>
          <a:xfrm>
            <a:off x="3386069" y="3944053"/>
            <a:ext cx="11275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Candidate Master</a:t>
            </a:r>
            <a:endParaRPr lang="en-US" altLang="ko-KR" sz="9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15BED1D-270F-BC4A-85C3-032A646F6C5F}"/>
              </a:ext>
            </a:extLst>
          </p:cNvPr>
          <p:cNvSpPr txBox="1"/>
          <p:nvPr/>
        </p:nvSpPr>
        <p:spPr>
          <a:xfrm>
            <a:off x="2299074" y="3951196"/>
            <a:ext cx="5373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Master</a:t>
            </a:r>
            <a:endParaRPr lang="en-US" altLang="ko-KR" sz="9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F618C66-13EC-C74A-949E-5F9C472B840A}"/>
              </a:ext>
            </a:extLst>
          </p:cNvPr>
          <p:cNvSpPr txBox="1"/>
          <p:nvPr/>
        </p:nvSpPr>
        <p:spPr>
          <a:xfrm>
            <a:off x="9309956" y="3951414"/>
            <a:ext cx="8771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Read Replica</a:t>
            </a:r>
            <a:endParaRPr lang="en-US" altLang="ko-KR" sz="9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F7C5AAB-3204-7E4E-86D8-CE0268B04111}"/>
              </a:ext>
            </a:extLst>
          </p:cNvPr>
          <p:cNvSpPr txBox="1"/>
          <p:nvPr/>
        </p:nvSpPr>
        <p:spPr>
          <a:xfrm>
            <a:off x="4808235" y="1505376"/>
            <a:ext cx="9541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Object Storage</a:t>
            </a:r>
            <a:endParaRPr lang="en-US" altLang="ko-KR" sz="9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EEC9D14-50CA-3C47-8B5B-4ED3AB327CDE}"/>
              </a:ext>
            </a:extLst>
          </p:cNvPr>
          <p:cNvSpPr txBox="1"/>
          <p:nvPr/>
        </p:nvSpPr>
        <p:spPr>
          <a:xfrm>
            <a:off x="4082037" y="4430943"/>
            <a:ext cx="75533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Replication</a:t>
            </a:r>
            <a:endParaRPr lang="en-US" altLang="ko-KR" sz="9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758F2EC-313F-4A4C-9988-04C364DCB492}"/>
              </a:ext>
            </a:extLst>
          </p:cNvPr>
          <p:cNvSpPr txBox="1"/>
          <p:nvPr/>
        </p:nvSpPr>
        <p:spPr>
          <a:xfrm>
            <a:off x="4684302" y="1955900"/>
            <a:ext cx="6014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Back up</a:t>
            </a:r>
            <a:endParaRPr lang="en-US" altLang="ko-KR" sz="9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D4A1A97-E85E-EF43-B390-38453D519591}"/>
              </a:ext>
            </a:extLst>
          </p:cNvPr>
          <p:cNvSpPr txBox="1"/>
          <p:nvPr/>
        </p:nvSpPr>
        <p:spPr>
          <a:xfrm>
            <a:off x="10435586" y="1937238"/>
            <a:ext cx="6014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Back up</a:t>
            </a:r>
            <a:endParaRPr lang="en-US" altLang="ko-KR" sz="9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879634D-B872-294B-BB6E-F16D8832268F}"/>
              </a:ext>
            </a:extLst>
          </p:cNvPr>
          <p:cNvSpPr txBox="1"/>
          <p:nvPr/>
        </p:nvSpPr>
        <p:spPr>
          <a:xfrm>
            <a:off x="10517510" y="1505376"/>
            <a:ext cx="9541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Object Storage</a:t>
            </a:r>
            <a:endParaRPr lang="en-US" altLang="ko-KR" sz="9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3" name="그래픽 52">
            <a:extLst>
              <a:ext uri="{FF2B5EF4-FFF2-40B4-BE49-F238E27FC236}">
                <a16:creationId xmlns:a16="http://schemas.microsoft.com/office/drawing/2014/main" id="{B4C849A9-5C2B-3F47-A513-3C3E717CDB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5868" y="1063932"/>
            <a:ext cx="304800" cy="30480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C20486F5-8C54-D54F-9D51-D376FC7C83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8762" y="1822162"/>
            <a:ext cx="304800" cy="304800"/>
          </a:xfrm>
          <a:prstGeom prst="rect">
            <a:avLst/>
          </a:prstGeom>
        </p:spPr>
      </p:pic>
      <p:pic>
        <p:nvPicPr>
          <p:cNvPr id="55" name="그래픽 54">
            <a:extLst>
              <a:ext uri="{FF2B5EF4-FFF2-40B4-BE49-F238E27FC236}">
                <a16:creationId xmlns:a16="http://schemas.microsoft.com/office/drawing/2014/main" id="{8210D6BB-33FC-CD4C-9E6B-96C5F4CEDE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76424" y="1818631"/>
            <a:ext cx="304800" cy="304800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id="{74E71007-3555-E14E-8666-074D5EFEF5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5636" y="1448966"/>
            <a:ext cx="304800" cy="304800"/>
          </a:xfrm>
          <a:prstGeom prst="rect">
            <a:avLst/>
          </a:prstGeom>
        </p:spPr>
      </p:pic>
      <p:pic>
        <p:nvPicPr>
          <p:cNvPr id="57" name="그래픽 56">
            <a:extLst>
              <a:ext uri="{FF2B5EF4-FFF2-40B4-BE49-F238E27FC236}">
                <a16:creationId xmlns:a16="http://schemas.microsoft.com/office/drawing/2014/main" id="{9247876F-C0ED-EE4D-88B2-D9612E83DC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72173" y="1448966"/>
            <a:ext cx="304800" cy="304800"/>
          </a:xfrm>
          <a:prstGeom prst="rect">
            <a:avLst/>
          </a:prstGeom>
        </p:spPr>
      </p:pic>
      <p:pic>
        <p:nvPicPr>
          <p:cNvPr id="58" name="그래픽 57">
            <a:extLst>
              <a:ext uri="{FF2B5EF4-FFF2-40B4-BE49-F238E27FC236}">
                <a16:creationId xmlns:a16="http://schemas.microsoft.com/office/drawing/2014/main" id="{73672628-748A-3648-9155-B710A324D19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09125" y="2211654"/>
            <a:ext cx="304800" cy="304800"/>
          </a:xfrm>
          <a:prstGeom prst="rect">
            <a:avLst/>
          </a:prstGeom>
        </p:spPr>
      </p:pic>
      <p:pic>
        <p:nvPicPr>
          <p:cNvPr id="59" name="그래픽 58">
            <a:extLst>
              <a:ext uri="{FF2B5EF4-FFF2-40B4-BE49-F238E27FC236}">
                <a16:creationId xmlns:a16="http://schemas.microsoft.com/office/drawing/2014/main" id="{F284D083-B679-E840-B6DD-359C7B8F50A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51582" y="2210971"/>
            <a:ext cx="304800" cy="304800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83A24371-89F2-4894-8593-C57B81C847D0}"/>
              </a:ext>
            </a:extLst>
          </p:cNvPr>
          <p:cNvGrpSpPr/>
          <p:nvPr/>
        </p:nvGrpSpPr>
        <p:grpSpPr>
          <a:xfrm>
            <a:off x="6835594" y="3514846"/>
            <a:ext cx="1081480" cy="682084"/>
            <a:chOff x="6835594" y="3486853"/>
            <a:chExt cx="1081480" cy="682084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4DC0ED64-BCCA-FB42-9454-05A3CF8F343D}"/>
                </a:ext>
              </a:extLst>
            </p:cNvPr>
            <p:cNvSpPr txBox="1"/>
            <p:nvPr/>
          </p:nvSpPr>
          <p:spPr>
            <a:xfrm>
              <a:off x="6835594" y="3938105"/>
              <a:ext cx="108148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>
                  <a:solidFill>
                    <a:srgbClr val="222222"/>
                  </a:solidFill>
                  <a:latin typeface="Arial" panose="020B0604020202020204" pitchFamily="34" charset="0"/>
                  <a:ea typeface="Pretendard Medium" pitchFamily="34" charset="-122"/>
                  <a:cs typeface="Arial" panose="020B0604020202020204" pitchFamily="34" charset="0"/>
                </a:rPr>
                <a:t>Peering Gateway</a:t>
              </a:r>
              <a:endParaRPr lang="en-US" altLang="ko-KR" sz="9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" name="그래픽 6">
              <a:extLst>
                <a:ext uri="{FF2B5EF4-FFF2-40B4-BE49-F238E27FC236}">
                  <a16:creationId xmlns:a16="http://schemas.microsoft.com/office/drawing/2014/main" id="{3CD0D905-E929-C2D5-8C35-C9249294C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151338" y="3486853"/>
              <a:ext cx="457200" cy="457200"/>
            </a:xfrm>
            <a:prstGeom prst="rect">
              <a:avLst/>
            </a:prstGeom>
          </p:spPr>
        </p:pic>
      </p:grpSp>
      <p:pic>
        <p:nvPicPr>
          <p:cNvPr id="9" name="그래픽 8">
            <a:extLst>
              <a:ext uri="{FF2B5EF4-FFF2-40B4-BE49-F238E27FC236}">
                <a16:creationId xmlns:a16="http://schemas.microsoft.com/office/drawing/2014/main" id="{5744188E-0427-45B0-A3B1-9A1A0FB36FE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341684" y="3509312"/>
            <a:ext cx="457200" cy="457200"/>
          </a:xfrm>
          <a:prstGeom prst="rect">
            <a:avLst/>
          </a:prstGeom>
        </p:spPr>
      </p:pic>
      <p:pic>
        <p:nvPicPr>
          <p:cNvPr id="10" name="그래픽 9">
            <a:extLst>
              <a:ext uri="{FF2B5EF4-FFF2-40B4-BE49-F238E27FC236}">
                <a16:creationId xmlns:a16="http://schemas.microsoft.com/office/drawing/2014/main" id="{8AD1D052-3AD1-1873-4D3E-2F123C36F16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728696" y="3509312"/>
            <a:ext cx="457200" cy="457200"/>
          </a:xfrm>
          <a:prstGeom prst="rect">
            <a:avLst/>
          </a:prstGeom>
        </p:spPr>
      </p:pic>
      <p:pic>
        <p:nvPicPr>
          <p:cNvPr id="11" name="그래픽 10">
            <a:extLst>
              <a:ext uri="{FF2B5EF4-FFF2-40B4-BE49-F238E27FC236}">
                <a16:creationId xmlns:a16="http://schemas.microsoft.com/office/drawing/2014/main" id="{2505BA37-001B-7755-1BFE-5C3D1A04598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35564" y="3509312"/>
            <a:ext cx="457200" cy="457200"/>
          </a:xfrm>
          <a:prstGeom prst="rect">
            <a:avLst/>
          </a:prstGeom>
        </p:spPr>
      </p:pic>
      <p:pic>
        <p:nvPicPr>
          <p:cNvPr id="14" name="그래픽 13">
            <a:extLst>
              <a:ext uri="{FF2B5EF4-FFF2-40B4-BE49-F238E27FC236}">
                <a16:creationId xmlns:a16="http://schemas.microsoft.com/office/drawing/2014/main" id="{4D6F109C-E6E2-9CBF-E4EE-4B26306CE7A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523321" y="3509312"/>
            <a:ext cx="457200" cy="457200"/>
          </a:xfrm>
          <a:prstGeom prst="rect">
            <a:avLst/>
          </a:prstGeom>
        </p:spPr>
      </p:pic>
      <p:pic>
        <p:nvPicPr>
          <p:cNvPr id="69" name="Image 5" descr=" ">
            <a:extLst>
              <a:ext uri="{FF2B5EF4-FFF2-40B4-BE49-F238E27FC236}">
                <a16:creationId xmlns:a16="http://schemas.microsoft.com/office/drawing/2014/main" id="{37EDD9A3-DF71-FD43-9E5A-94443372F36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454880" y="1441751"/>
            <a:ext cx="468058" cy="468000"/>
          </a:xfrm>
          <a:prstGeom prst="rect">
            <a:avLst/>
          </a:prstGeom>
        </p:spPr>
      </p:pic>
      <p:pic>
        <p:nvPicPr>
          <p:cNvPr id="72" name="Image 5" descr=" ">
            <a:extLst>
              <a:ext uri="{FF2B5EF4-FFF2-40B4-BE49-F238E27FC236}">
                <a16:creationId xmlns:a16="http://schemas.microsoft.com/office/drawing/2014/main" id="{F5700456-D778-B244-99E9-0222D3E5656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95280" y="1441751"/>
            <a:ext cx="468058" cy="468000"/>
          </a:xfrm>
          <a:prstGeom prst="rect">
            <a:avLst/>
          </a:prstGeom>
        </p:spPr>
      </p:pic>
      <p:cxnSp>
        <p:nvCxnSpPr>
          <p:cNvPr id="65" name="직선 연결선[R] 42">
            <a:extLst>
              <a:ext uri="{FF2B5EF4-FFF2-40B4-BE49-F238E27FC236}">
                <a16:creationId xmlns:a16="http://schemas.microsoft.com/office/drawing/2014/main" id="{266B34AD-17D4-442B-809F-3A836F328E5A}"/>
              </a:ext>
            </a:extLst>
          </p:cNvPr>
          <p:cNvCxnSpPr>
            <a:cxnSpLocks/>
            <a:stCxn id="85" idx="2"/>
            <a:endCxn id="83" idx="2"/>
          </p:cNvCxnSpPr>
          <p:nvPr/>
        </p:nvCxnSpPr>
        <p:spPr>
          <a:xfrm rot="5400000" flipH="1" flipV="1">
            <a:off x="3255221" y="3487402"/>
            <a:ext cx="7143" cy="1382110"/>
          </a:xfrm>
          <a:prstGeom prst="bentConnector3">
            <a:avLst>
              <a:gd name="adj1" fmla="val -3200336"/>
            </a:avLst>
          </a:prstGeom>
          <a:ln w="12700">
            <a:solidFill>
              <a:srgbClr val="555555"/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그림 17">
            <a:extLst>
              <a:ext uri="{FF2B5EF4-FFF2-40B4-BE49-F238E27FC236}">
                <a16:creationId xmlns:a16="http://schemas.microsoft.com/office/drawing/2014/main" id="{9FCF3446-951C-45BA-92F1-4A1829590BD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21362" y="2975985"/>
            <a:ext cx="306000" cy="306000"/>
          </a:xfrm>
          <a:prstGeom prst="rect">
            <a:avLst/>
          </a:prstGeom>
        </p:spPr>
      </p:pic>
      <p:cxnSp>
        <p:nvCxnSpPr>
          <p:cNvPr id="78" name="직선 연결선[R] 42">
            <a:extLst>
              <a:ext uri="{FF2B5EF4-FFF2-40B4-BE49-F238E27FC236}">
                <a16:creationId xmlns:a16="http://schemas.microsoft.com/office/drawing/2014/main" id="{7C19C0BD-2788-48A1-8139-7D3E100E53A5}"/>
              </a:ext>
            </a:extLst>
          </p:cNvPr>
          <p:cNvCxnSpPr>
            <a:cxnSpLocks/>
            <a:stCxn id="85" idx="2"/>
            <a:endCxn id="82" idx="2"/>
          </p:cNvCxnSpPr>
          <p:nvPr/>
        </p:nvCxnSpPr>
        <p:spPr>
          <a:xfrm rot="16200000" flipH="1">
            <a:off x="3755099" y="2994667"/>
            <a:ext cx="218" cy="2374940"/>
          </a:xfrm>
          <a:prstGeom prst="bentConnector3">
            <a:avLst>
              <a:gd name="adj1" fmla="val 104962385"/>
            </a:avLst>
          </a:prstGeom>
          <a:ln w="12700">
            <a:solidFill>
              <a:srgbClr val="555555"/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[R] 42">
            <a:extLst>
              <a:ext uri="{FF2B5EF4-FFF2-40B4-BE49-F238E27FC236}">
                <a16:creationId xmlns:a16="http://schemas.microsoft.com/office/drawing/2014/main" id="{D6E1E241-E6D1-4EB9-96CF-1F1370511479}"/>
              </a:ext>
            </a:extLst>
          </p:cNvPr>
          <p:cNvCxnSpPr>
            <a:cxnSpLocks/>
            <a:stCxn id="85" idx="2"/>
            <a:endCxn id="86" idx="2"/>
          </p:cNvCxnSpPr>
          <p:nvPr/>
        </p:nvCxnSpPr>
        <p:spPr>
          <a:xfrm rot="16200000" flipH="1">
            <a:off x="6158029" y="591737"/>
            <a:ext cx="218" cy="7180800"/>
          </a:xfrm>
          <a:prstGeom prst="bentConnector3">
            <a:avLst>
              <a:gd name="adj1" fmla="val 104962385"/>
            </a:avLst>
          </a:prstGeom>
          <a:ln w="12700">
            <a:solidFill>
              <a:srgbClr val="555555"/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[R] 42">
            <a:extLst>
              <a:ext uri="{FF2B5EF4-FFF2-40B4-BE49-F238E27FC236}">
                <a16:creationId xmlns:a16="http://schemas.microsoft.com/office/drawing/2014/main" id="{E5EA7C30-4274-43AE-A737-96F6A605C2ED}"/>
              </a:ext>
            </a:extLst>
          </p:cNvPr>
          <p:cNvCxnSpPr>
            <a:cxnSpLocks/>
            <a:stCxn id="10" idx="3"/>
            <a:endCxn id="69" idx="2"/>
          </p:cNvCxnSpPr>
          <p:nvPr/>
        </p:nvCxnSpPr>
        <p:spPr>
          <a:xfrm flipV="1">
            <a:off x="4185896" y="1909751"/>
            <a:ext cx="503013" cy="1828161"/>
          </a:xfrm>
          <a:prstGeom prst="bentConnector2">
            <a:avLst/>
          </a:prstGeom>
          <a:ln w="12700">
            <a:solidFill>
              <a:srgbClr val="555555"/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[R] 42">
            <a:extLst>
              <a:ext uri="{FF2B5EF4-FFF2-40B4-BE49-F238E27FC236}">
                <a16:creationId xmlns:a16="http://schemas.microsoft.com/office/drawing/2014/main" id="{1A0535D9-B33B-4013-8DFE-7AB717908346}"/>
              </a:ext>
            </a:extLst>
          </p:cNvPr>
          <p:cNvCxnSpPr>
            <a:cxnSpLocks/>
            <a:stCxn id="14" idx="3"/>
            <a:endCxn id="72" idx="2"/>
          </p:cNvCxnSpPr>
          <p:nvPr/>
        </p:nvCxnSpPr>
        <p:spPr>
          <a:xfrm flipV="1">
            <a:off x="9980521" y="1909751"/>
            <a:ext cx="448788" cy="1828161"/>
          </a:xfrm>
          <a:prstGeom prst="bentConnector2">
            <a:avLst/>
          </a:prstGeom>
          <a:ln w="12700">
            <a:solidFill>
              <a:srgbClr val="555555"/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[R] 46">
            <a:extLst>
              <a:ext uri="{FF2B5EF4-FFF2-40B4-BE49-F238E27FC236}">
                <a16:creationId xmlns:a16="http://schemas.microsoft.com/office/drawing/2014/main" id="{600B4C5F-0CC0-41CB-B7E3-DEE6BDF83047}"/>
              </a:ext>
            </a:extLst>
          </p:cNvPr>
          <p:cNvCxnSpPr>
            <a:cxnSpLocks/>
            <a:stCxn id="70" idx="3"/>
            <a:endCxn id="7" idx="1"/>
          </p:cNvCxnSpPr>
          <p:nvPr/>
        </p:nvCxnSpPr>
        <p:spPr>
          <a:xfrm>
            <a:off x="6311788" y="3741090"/>
            <a:ext cx="839550" cy="2356"/>
          </a:xfrm>
          <a:prstGeom prst="line">
            <a:avLst/>
          </a:prstGeom>
          <a:ln w="12700">
            <a:solidFill>
              <a:srgbClr val="555555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[R] 46">
            <a:extLst>
              <a:ext uri="{FF2B5EF4-FFF2-40B4-BE49-F238E27FC236}">
                <a16:creationId xmlns:a16="http://schemas.microsoft.com/office/drawing/2014/main" id="{72462E10-E933-4D8A-95D5-9E8EDFCB1083}"/>
              </a:ext>
            </a:extLst>
          </p:cNvPr>
          <p:cNvCxnSpPr>
            <a:cxnSpLocks/>
            <a:stCxn id="7" idx="3"/>
            <a:endCxn id="132" idx="1"/>
          </p:cNvCxnSpPr>
          <p:nvPr/>
        </p:nvCxnSpPr>
        <p:spPr>
          <a:xfrm flipV="1">
            <a:off x="7608538" y="3741091"/>
            <a:ext cx="868963" cy="2355"/>
          </a:xfrm>
          <a:prstGeom prst="line">
            <a:avLst/>
          </a:prstGeom>
          <a:ln w="12700">
            <a:solidFill>
              <a:srgbClr val="555555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2890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81011" y="381298"/>
            <a:ext cx="2724224" cy="438107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Example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1010" y="529500"/>
            <a:ext cx="5812517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Webapp Multi-Region High Availability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Text 1">
            <a:extLst>
              <a:ext uri="{FF2B5EF4-FFF2-40B4-BE49-F238E27FC236}">
                <a16:creationId xmlns:a16="http://schemas.microsoft.com/office/drawing/2014/main" id="{453D5376-4A4C-854F-94F0-5B21AC2616E7}"/>
              </a:ext>
            </a:extLst>
          </p:cNvPr>
          <p:cNvSpPr/>
          <p:nvPr/>
        </p:nvSpPr>
        <p:spPr>
          <a:xfrm>
            <a:off x="11668419" y="6444354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13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930B7E7-C00D-7444-B506-7E053064FEB6}"/>
              </a:ext>
            </a:extLst>
          </p:cNvPr>
          <p:cNvSpPr/>
          <p:nvPr/>
        </p:nvSpPr>
        <p:spPr>
          <a:xfrm>
            <a:off x="381011" y="1855887"/>
            <a:ext cx="11429978" cy="4472612"/>
          </a:xfrm>
          <a:prstGeom prst="rect">
            <a:avLst/>
          </a:prstGeom>
          <a:noFill/>
          <a:ln w="12700">
            <a:solidFill>
              <a:srgbClr val="3333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F0994D-F8E2-1247-8166-C8E805C830C8}"/>
              </a:ext>
            </a:extLst>
          </p:cNvPr>
          <p:cNvSpPr txBox="1"/>
          <p:nvPr/>
        </p:nvSpPr>
        <p:spPr>
          <a:xfrm>
            <a:off x="680771" y="1870466"/>
            <a:ext cx="8322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NHN Cloud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BEAB137-AAFA-FE41-A3EA-60E9BD6D5151}"/>
              </a:ext>
            </a:extLst>
          </p:cNvPr>
          <p:cNvSpPr/>
          <p:nvPr/>
        </p:nvSpPr>
        <p:spPr>
          <a:xfrm>
            <a:off x="382472" y="1066617"/>
            <a:ext cx="5616000" cy="599932"/>
          </a:xfrm>
          <a:prstGeom prst="rect">
            <a:avLst/>
          </a:prstGeom>
          <a:noFill/>
          <a:ln w="12700"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56D3425-3ED6-AF47-B7DC-0AD0CA748F41}"/>
              </a:ext>
            </a:extLst>
          </p:cNvPr>
          <p:cNvSpPr txBox="1"/>
          <p:nvPr/>
        </p:nvSpPr>
        <p:spPr>
          <a:xfrm>
            <a:off x="687272" y="1073129"/>
            <a:ext cx="8675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On-Premise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21180F4-428B-A64A-9F79-0D02728EA82F}"/>
              </a:ext>
            </a:extLst>
          </p:cNvPr>
          <p:cNvSpPr/>
          <p:nvPr/>
        </p:nvSpPr>
        <p:spPr>
          <a:xfrm>
            <a:off x="6193528" y="1062547"/>
            <a:ext cx="5616000" cy="599932"/>
          </a:xfrm>
          <a:prstGeom prst="rect">
            <a:avLst/>
          </a:prstGeom>
          <a:noFill/>
          <a:ln w="12700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603E2CF-06AA-4949-AD8E-435F47417F08}"/>
              </a:ext>
            </a:extLst>
          </p:cNvPr>
          <p:cNvSpPr txBox="1"/>
          <p:nvPr/>
        </p:nvSpPr>
        <p:spPr>
          <a:xfrm>
            <a:off x="6193528" y="1080426"/>
            <a:ext cx="6158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Internet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0E19F574-3BD6-7249-B1AC-463FFFA0A7B1}"/>
              </a:ext>
            </a:extLst>
          </p:cNvPr>
          <p:cNvSpPr/>
          <p:nvPr/>
        </p:nvSpPr>
        <p:spPr>
          <a:xfrm>
            <a:off x="735346" y="2308860"/>
            <a:ext cx="6975131" cy="3903062"/>
          </a:xfrm>
          <a:prstGeom prst="rect">
            <a:avLst/>
          </a:prstGeom>
          <a:noFill/>
          <a:ln w="12700">
            <a:solidFill>
              <a:srgbClr val="9999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BE9E1F8F-2671-D845-A7F9-1847F9EDA143}"/>
              </a:ext>
            </a:extLst>
          </p:cNvPr>
          <p:cNvSpPr/>
          <p:nvPr/>
        </p:nvSpPr>
        <p:spPr>
          <a:xfrm>
            <a:off x="8606219" y="2298684"/>
            <a:ext cx="2912399" cy="3913236"/>
          </a:xfrm>
          <a:prstGeom prst="rect">
            <a:avLst/>
          </a:prstGeom>
          <a:noFill/>
          <a:ln w="12700">
            <a:solidFill>
              <a:srgbClr val="9999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8B198A23-4B5B-064C-917E-7BDBA8DDE057}"/>
              </a:ext>
            </a:extLst>
          </p:cNvPr>
          <p:cNvSpPr/>
          <p:nvPr/>
        </p:nvSpPr>
        <p:spPr>
          <a:xfrm>
            <a:off x="1050857" y="2710861"/>
            <a:ext cx="6403543" cy="3378059"/>
          </a:xfrm>
          <a:prstGeom prst="rect">
            <a:avLst/>
          </a:prstGeom>
          <a:noFill/>
          <a:ln w="12700">
            <a:solidFill>
              <a:srgbClr val="99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5EBD522-B606-0C42-BE3B-3C61049E3F3B}"/>
              </a:ext>
            </a:extLst>
          </p:cNvPr>
          <p:cNvSpPr txBox="1"/>
          <p:nvPr/>
        </p:nvSpPr>
        <p:spPr>
          <a:xfrm>
            <a:off x="1307258" y="2734262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VPC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8D2C0E1D-DD5F-FD47-BDBD-D9F5FD1CB0CA}"/>
              </a:ext>
            </a:extLst>
          </p:cNvPr>
          <p:cNvSpPr/>
          <p:nvPr/>
        </p:nvSpPr>
        <p:spPr>
          <a:xfrm>
            <a:off x="8908534" y="2720903"/>
            <a:ext cx="2246070" cy="3368011"/>
          </a:xfrm>
          <a:prstGeom prst="rect">
            <a:avLst/>
          </a:prstGeom>
          <a:noFill/>
          <a:ln w="12700">
            <a:solidFill>
              <a:srgbClr val="99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B30BCE9-E759-A642-B13B-74CA146C9F91}"/>
              </a:ext>
            </a:extLst>
          </p:cNvPr>
          <p:cNvSpPr txBox="1"/>
          <p:nvPr/>
        </p:nvSpPr>
        <p:spPr>
          <a:xfrm>
            <a:off x="10437153" y="2729936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VPC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E5F1BC5E-D6B8-EA4A-9502-451473FD78EF}"/>
              </a:ext>
            </a:extLst>
          </p:cNvPr>
          <p:cNvSpPr/>
          <p:nvPr/>
        </p:nvSpPr>
        <p:spPr>
          <a:xfrm>
            <a:off x="1359350" y="3111963"/>
            <a:ext cx="1924502" cy="2867249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2C513143-D666-2340-B708-0B2E4CC3E3A4}"/>
              </a:ext>
            </a:extLst>
          </p:cNvPr>
          <p:cNvSpPr/>
          <p:nvPr/>
        </p:nvSpPr>
        <p:spPr>
          <a:xfrm>
            <a:off x="3436911" y="3102302"/>
            <a:ext cx="1800000" cy="2871223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F48801F5-629F-9A4A-A704-CD786468E064}"/>
              </a:ext>
            </a:extLst>
          </p:cNvPr>
          <p:cNvSpPr/>
          <p:nvPr/>
        </p:nvSpPr>
        <p:spPr>
          <a:xfrm>
            <a:off x="5386795" y="3102302"/>
            <a:ext cx="1800000" cy="2871223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C20695EB-B073-4146-A942-966A042C63D4}"/>
              </a:ext>
            </a:extLst>
          </p:cNvPr>
          <p:cNvSpPr/>
          <p:nvPr/>
        </p:nvSpPr>
        <p:spPr>
          <a:xfrm>
            <a:off x="5515559" y="3495241"/>
            <a:ext cx="1548499" cy="1060862"/>
          </a:xfrm>
          <a:prstGeom prst="rect">
            <a:avLst/>
          </a:prstGeom>
          <a:noFill/>
          <a:ln w="12700">
            <a:solidFill>
              <a:srgbClr val="125C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ABB99E5-998C-974D-A322-C88E1D752A2E}"/>
              </a:ext>
            </a:extLst>
          </p:cNvPr>
          <p:cNvSpPr txBox="1"/>
          <p:nvPr/>
        </p:nvSpPr>
        <p:spPr>
          <a:xfrm>
            <a:off x="5824142" y="3512473"/>
            <a:ext cx="11015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RDS for MySQL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CAE7353B-E36C-C84A-B459-B9F259A720BF}"/>
              </a:ext>
            </a:extLst>
          </p:cNvPr>
          <p:cNvSpPr/>
          <p:nvPr/>
        </p:nvSpPr>
        <p:spPr>
          <a:xfrm>
            <a:off x="9214708" y="3616200"/>
            <a:ext cx="1617943" cy="1930979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3169950E-C3B4-5941-A7EE-89ACCE935B84}"/>
              </a:ext>
            </a:extLst>
          </p:cNvPr>
          <p:cNvSpPr txBox="1"/>
          <p:nvPr/>
        </p:nvSpPr>
        <p:spPr>
          <a:xfrm>
            <a:off x="9204366" y="3633433"/>
            <a:ext cx="12218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Failover Resource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6AC12F54-A125-5D4E-9A18-F979C7E3B543}"/>
              </a:ext>
            </a:extLst>
          </p:cNvPr>
          <p:cNvSpPr/>
          <p:nvPr/>
        </p:nvSpPr>
        <p:spPr>
          <a:xfrm>
            <a:off x="5515559" y="4669753"/>
            <a:ext cx="1548499" cy="1146696"/>
          </a:xfrm>
          <a:prstGeom prst="rect">
            <a:avLst/>
          </a:prstGeom>
          <a:noFill/>
          <a:ln w="12700">
            <a:solidFill>
              <a:srgbClr val="125C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C4A8BD74-2AD6-694E-A917-9B2350D73C3E}"/>
              </a:ext>
            </a:extLst>
          </p:cNvPr>
          <p:cNvSpPr txBox="1"/>
          <p:nvPr/>
        </p:nvSpPr>
        <p:spPr>
          <a:xfrm>
            <a:off x="5795567" y="4684813"/>
            <a:ext cx="8370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EasyCache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ea typeface="Pretendard Medium" pitchFamily="34" charset="-122"/>
              <a:cs typeface="Arial" panose="020B0604020202020204" pitchFamily="34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9CBBAD4B-B259-6448-9076-CAD7365FA624}"/>
              </a:ext>
            </a:extLst>
          </p:cNvPr>
          <p:cNvSpPr txBox="1"/>
          <p:nvPr/>
        </p:nvSpPr>
        <p:spPr>
          <a:xfrm>
            <a:off x="7846330" y="4676521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Peering</a:t>
            </a:r>
          </a:p>
          <a:p>
            <a:pPr algn="ctr"/>
            <a:r>
              <a:rPr lang="en-US" altLang="ko-KR" sz="90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Gateway</a:t>
            </a:r>
            <a:endParaRPr lang="en-US" altLang="ko-KR" sz="90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4E0B25CD-3B8F-0846-9365-CD62E30722C2}"/>
              </a:ext>
            </a:extLst>
          </p:cNvPr>
          <p:cNvSpPr/>
          <p:nvPr/>
        </p:nvSpPr>
        <p:spPr>
          <a:xfrm>
            <a:off x="3665675" y="4167101"/>
            <a:ext cx="1331931" cy="1697328"/>
          </a:xfrm>
          <a:prstGeom prst="rect">
            <a:avLst/>
          </a:prstGeom>
          <a:noFill/>
          <a:ln w="12700" cap="sq">
            <a:solidFill>
              <a:srgbClr val="125CE7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0B544786-FFC8-0E47-BA1E-CF7585CBBA65}"/>
              </a:ext>
            </a:extLst>
          </p:cNvPr>
          <p:cNvSpPr txBox="1"/>
          <p:nvPr/>
        </p:nvSpPr>
        <p:spPr>
          <a:xfrm>
            <a:off x="5679680" y="4182010"/>
            <a:ext cx="5373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Master</a:t>
            </a:r>
            <a:endParaRPr lang="en-US" altLang="ko-KR" sz="90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22DB7072-1ED0-B443-B48B-774304948CFA}"/>
              </a:ext>
            </a:extLst>
          </p:cNvPr>
          <p:cNvSpPr txBox="1"/>
          <p:nvPr/>
        </p:nvSpPr>
        <p:spPr>
          <a:xfrm>
            <a:off x="6190722" y="4182010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Candidate</a:t>
            </a:r>
          </a:p>
          <a:p>
            <a:pPr algn="ctr"/>
            <a:r>
              <a:rPr lang="en-US" altLang="ko-KR" sz="90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Master</a:t>
            </a:r>
            <a:endParaRPr lang="en-US" altLang="ko-KR" sz="90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7BD356B4-69F1-E44E-A48B-A97E988E16AC}"/>
              </a:ext>
            </a:extLst>
          </p:cNvPr>
          <p:cNvSpPr txBox="1"/>
          <p:nvPr/>
        </p:nvSpPr>
        <p:spPr>
          <a:xfrm>
            <a:off x="3835351" y="4457299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Scaling Group</a:t>
            </a:r>
            <a:endParaRPr lang="en-US" altLang="ko-KR" sz="100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9AD1147A-D716-4543-8D09-C6E8CEB30963}"/>
              </a:ext>
            </a:extLst>
          </p:cNvPr>
          <p:cNvSpPr txBox="1"/>
          <p:nvPr/>
        </p:nvSpPr>
        <p:spPr>
          <a:xfrm>
            <a:off x="3638472" y="1229096"/>
            <a:ext cx="5116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Admin</a:t>
            </a:r>
            <a:endParaRPr lang="en-US" altLang="ko-KR" sz="90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6BD27708-BB32-484C-BD8E-C5E69A41C113}"/>
              </a:ext>
            </a:extLst>
          </p:cNvPr>
          <p:cNvSpPr txBox="1"/>
          <p:nvPr/>
        </p:nvSpPr>
        <p:spPr>
          <a:xfrm>
            <a:off x="9513149" y="1251092"/>
            <a:ext cx="4860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Users</a:t>
            </a:r>
            <a:endParaRPr lang="en-US" altLang="ko-KR" sz="90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4" name="직선 연결선[R] 33">
            <a:extLst>
              <a:ext uri="{FF2B5EF4-FFF2-40B4-BE49-F238E27FC236}">
                <a16:creationId xmlns:a16="http://schemas.microsoft.com/office/drawing/2014/main" id="{4F86D71E-5866-614A-9F79-2453330FADC9}"/>
              </a:ext>
            </a:extLst>
          </p:cNvPr>
          <p:cNvCxnSpPr>
            <a:cxnSpLocks/>
            <a:endCxn id="43" idx="0"/>
          </p:cNvCxnSpPr>
          <p:nvPr/>
        </p:nvCxnSpPr>
        <p:spPr>
          <a:xfrm>
            <a:off x="2087754" y="1670180"/>
            <a:ext cx="0" cy="854388"/>
          </a:xfrm>
          <a:prstGeom prst="line">
            <a:avLst/>
          </a:prstGeom>
          <a:ln w="12700">
            <a:solidFill>
              <a:srgbClr val="55555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A1E52C4B-0E28-4045-90C5-16CEB203063D}"/>
              </a:ext>
            </a:extLst>
          </p:cNvPr>
          <p:cNvSpPr txBox="1"/>
          <p:nvPr/>
        </p:nvSpPr>
        <p:spPr>
          <a:xfrm>
            <a:off x="2175830" y="2526885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VPN</a:t>
            </a:r>
          </a:p>
          <a:p>
            <a:pPr algn="ctr"/>
            <a:r>
              <a:rPr lang="en-US" altLang="ko-KR" sz="9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Gateway</a:t>
            </a:r>
            <a:endParaRPr lang="en-US" altLang="ko-KR" sz="9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0" name="그래픽 89">
            <a:extLst>
              <a:ext uri="{FF2B5EF4-FFF2-40B4-BE49-F238E27FC236}">
                <a16:creationId xmlns:a16="http://schemas.microsoft.com/office/drawing/2014/main" id="{15DD2AC4-B497-0746-89AD-DED45A58B2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2472" y="1847950"/>
            <a:ext cx="288000" cy="288000"/>
          </a:xfrm>
          <a:prstGeom prst="rect">
            <a:avLst/>
          </a:prstGeom>
        </p:spPr>
      </p:pic>
      <p:pic>
        <p:nvPicPr>
          <p:cNvPr id="91" name="그래픽 90">
            <a:extLst>
              <a:ext uri="{FF2B5EF4-FFF2-40B4-BE49-F238E27FC236}">
                <a16:creationId xmlns:a16="http://schemas.microsoft.com/office/drawing/2014/main" id="{3FDBFF59-8D01-CB40-BCA4-4AD888D32E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7470" y="2706304"/>
            <a:ext cx="288000" cy="288000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4FE39B8B-050D-4F75-9A19-73AC528DC7ED}"/>
              </a:ext>
            </a:extLst>
          </p:cNvPr>
          <p:cNvGrpSpPr/>
          <p:nvPr/>
        </p:nvGrpSpPr>
        <p:grpSpPr>
          <a:xfrm>
            <a:off x="727094" y="2304253"/>
            <a:ext cx="1018079" cy="288000"/>
            <a:chOff x="719474" y="2312808"/>
            <a:chExt cx="1018079" cy="288000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55E68AC-E5BB-3A40-B754-1A49EF0186D1}"/>
                </a:ext>
              </a:extLst>
            </p:cNvPr>
            <p:cNvSpPr txBox="1"/>
            <p:nvPr/>
          </p:nvSpPr>
          <p:spPr>
            <a:xfrm>
              <a:off x="1028705" y="2345339"/>
              <a:ext cx="70884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>
                  <a:solidFill>
                    <a:srgbClr val="222222"/>
                  </a:solidFill>
                  <a:latin typeface="Arial" panose="020B0604020202020204" pitchFamily="34" charset="0"/>
                  <a:ea typeface="Pretendard Medium" pitchFamily="34" charset="-122"/>
                  <a:cs typeface="Arial" panose="020B0604020202020204" pitchFamily="34" charset="0"/>
                </a:rPr>
                <a:t>Region A</a:t>
              </a:r>
              <a:endPara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2" name="그래픽 91">
              <a:extLst>
                <a:ext uri="{FF2B5EF4-FFF2-40B4-BE49-F238E27FC236}">
                  <a16:creationId xmlns:a16="http://schemas.microsoft.com/office/drawing/2014/main" id="{53B18A7E-E8F0-B74D-87FB-D5E7E37533C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19474" y="2312808"/>
              <a:ext cx="288000" cy="288000"/>
            </a:xfrm>
            <a:prstGeom prst="rect">
              <a:avLst/>
            </a:prstGeom>
          </p:spPr>
        </p:pic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A858CB1E-6D36-4042-8BFF-B42F16EA815A}"/>
              </a:ext>
            </a:extLst>
          </p:cNvPr>
          <p:cNvGrpSpPr/>
          <p:nvPr/>
        </p:nvGrpSpPr>
        <p:grpSpPr>
          <a:xfrm>
            <a:off x="1360381" y="3112352"/>
            <a:ext cx="1234285" cy="288000"/>
            <a:chOff x="1485441" y="3112352"/>
            <a:chExt cx="1234285" cy="288000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7E825DA-06D8-F049-8E01-FBDDB45995C6}"/>
                </a:ext>
              </a:extLst>
            </p:cNvPr>
            <p:cNvSpPr txBox="1"/>
            <p:nvPr/>
          </p:nvSpPr>
          <p:spPr>
            <a:xfrm>
              <a:off x="1773441" y="3138414"/>
              <a:ext cx="9462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>
                  <a:solidFill>
                    <a:srgbClr val="222222"/>
                  </a:solidFill>
                  <a:latin typeface="Arial" panose="020B0604020202020204" pitchFamily="34" charset="0"/>
                  <a:ea typeface="Pretendard Medium" pitchFamily="34" charset="-122"/>
                  <a:cs typeface="Arial" panose="020B0604020202020204" pitchFamily="34" charset="0"/>
                </a:rPr>
                <a:t>Public subnet</a:t>
              </a:r>
              <a:endPara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3" name="그래픽 92">
              <a:extLst>
                <a:ext uri="{FF2B5EF4-FFF2-40B4-BE49-F238E27FC236}">
                  <a16:creationId xmlns:a16="http://schemas.microsoft.com/office/drawing/2014/main" id="{7B359E7C-92D0-7C44-97A7-8324E350876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485441" y="3112352"/>
              <a:ext cx="288000" cy="288000"/>
            </a:xfrm>
            <a:prstGeom prst="rect">
              <a:avLst/>
            </a:prstGeom>
          </p:spPr>
        </p:pic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56B69AE0-1181-4A47-879E-C8ED003A99AB}"/>
              </a:ext>
            </a:extLst>
          </p:cNvPr>
          <p:cNvGrpSpPr/>
          <p:nvPr/>
        </p:nvGrpSpPr>
        <p:grpSpPr>
          <a:xfrm>
            <a:off x="10583823" y="2292188"/>
            <a:ext cx="942415" cy="288000"/>
            <a:chOff x="10591443" y="2315983"/>
            <a:chExt cx="942415" cy="288000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28C3AE8-A21A-8146-BFD7-A74AB07378C5}"/>
                </a:ext>
              </a:extLst>
            </p:cNvPr>
            <p:cNvSpPr txBox="1"/>
            <p:nvPr/>
          </p:nvSpPr>
          <p:spPr>
            <a:xfrm>
              <a:off x="10591443" y="2345339"/>
              <a:ext cx="70884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>
                  <a:solidFill>
                    <a:srgbClr val="222222"/>
                  </a:solidFill>
                  <a:latin typeface="Arial" panose="020B0604020202020204" pitchFamily="34" charset="0"/>
                  <a:ea typeface="Pretendard Medium" pitchFamily="34" charset="-122"/>
                  <a:cs typeface="Arial" panose="020B0604020202020204" pitchFamily="34" charset="0"/>
                </a:rPr>
                <a:t>Region B</a:t>
              </a:r>
              <a:endPara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4" name="그래픽 93">
              <a:extLst>
                <a:ext uri="{FF2B5EF4-FFF2-40B4-BE49-F238E27FC236}">
                  <a16:creationId xmlns:a16="http://schemas.microsoft.com/office/drawing/2014/main" id="{E712A0F2-1075-8A45-ABF3-FB1D717CE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245858" y="2315983"/>
              <a:ext cx="288000" cy="288000"/>
            </a:xfrm>
            <a:prstGeom prst="rect">
              <a:avLst/>
            </a:prstGeom>
          </p:spPr>
        </p:pic>
      </p:grpSp>
      <p:pic>
        <p:nvPicPr>
          <p:cNvPr id="95" name="그래픽 94">
            <a:extLst>
              <a:ext uri="{FF2B5EF4-FFF2-40B4-BE49-F238E27FC236}">
                <a16:creationId xmlns:a16="http://schemas.microsoft.com/office/drawing/2014/main" id="{6CB3CF46-1932-AB4A-A5D6-C09C0FF17A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67322" y="2716253"/>
            <a:ext cx="288000" cy="288000"/>
          </a:xfrm>
          <a:prstGeom prst="rect">
            <a:avLst/>
          </a:prstGeom>
        </p:spPr>
      </p:pic>
      <p:grpSp>
        <p:nvGrpSpPr>
          <p:cNvPr id="48" name="그룹 47">
            <a:extLst>
              <a:ext uri="{FF2B5EF4-FFF2-40B4-BE49-F238E27FC236}">
                <a16:creationId xmlns:a16="http://schemas.microsoft.com/office/drawing/2014/main" id="{CA9E49EB-ACE3-48D6-A045-845FEB10310D}"/>
              </a:ext>
            </a:extLst>
          </p:cNvPr>
          <p:cNvGrpSpPr/>
          <p:nvPr/>
        </p:nvGrpSpPr>
        <p:grpSpPr>
          <a:xfrm>
            <a:off x="3437009" y="3101207"/>
            <a:ext cx="1294509" cy="288000"/>
            <a:chOff x="3399685" y="3101207"/>
            <a:chExt cx="1294509" cy="288000"/>
          </a:xfrm>
        </p:grpSpPr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A009044-9F01-6D46-A898-7C9F8E81061E}"/>
                </a:ext>
              </a:extLst>
            </p:cNvPr>
            <p:cNvSpPr txBox="1"/>
            <p:nvPr/>
          </p:nvSpPr>
          <p:spPr>
            <a:xfrm>
              <a:off x="3695203" y="3130807"/>
              <a:ext cx="99899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>
                  <a:solidFill>
                    <a:srgbClr val="222222"/>
                  </a:solidFill>
                  <a:latin typeface="Arial" panose="020B0604020202020204" pitchFamily="34" charset="0"/>
                  <a:ea typeface="Pretendard Medium" pitchFamily="34" charset="-122"/>
                  <a:cs typeface="Arial" panose="020B0604020202020204" pitchFamily="34" charset="0"/>
                </a:rPr>
                <a:t>Private subnet</a:t>
              </a:r>
              <a:endPara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6" name="그래픽 95">
              <a:extLst>
                <a:ext uri="{FF2B5EF4-FFF2-40B4-BE49-F238E27FC236}">
                  <a16:creationId xmlns:a16="http://schemas.microsoft.com/office/drawing/2014/main" id="{2E3DC2C5-D8CA-1A40-8AFE-1A3C79CC0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399685" y="3101207"/>
              <a:ext cx="288000" cy="288000"/>
            </a:xfrm>
            <a:prstGeom prst="rect">
              <a:avLst/>
            </a:prstGeom>
          </p:spPr>
        </p:pic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698FA819-CF9C-4215-8EC6-4636316FBC0A}"/>
              </a:ext>
            </a:extLst>
          </p:cNvPr>
          <p:cNvGrpSpPr/>
          <p:nvPr/>
        </p:nvGrpSpPr>
        <p:grpSpPr>
          <a:xfrm>
            <a:off x="5385645" y="3102744"/>
            <a:ext cx="1317982" cy="288000"/>
            <a:chOff x="5310997" y="3102744"/>
            <a:chExt cx="1317982" cy="288000"/>
          </a:xfrm>
        </p:grpSpPr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B2D4C22C-E881-9F42-8EAC-A573D1905A36}"/>
                </a:ext>
              </a:extLst>
            </p:cNvPr>
            <p:cNvSpPr txBox="1"/>
            <p:nvPr/>
          </p:nvSpPr>
          <p:spPr>
            <a:xfrm>
              <a:off x="5629988" y="3130807"/>
              <a:ext cx="99899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>
                  <a:solidFill>
                    <a:srgbClr val="222222"/>
                  </a:solidFill>
                  <a:latin typeface="Arial" panose="020B0604020202020204" pitchFamily="34" charset="0"/>
                  <a:ea typeface="Pretendard Medium" pitchFamily="34" charset="-122"/>
                  <a:cs typeface="Arial" panose="020B0604020202020204" pitchFamily="34" charset="0"/>
                </a:rPr>
                <a:t>Private subnet</a:t>
              </a:r>
              <a:endPara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7" name="그래픽 96">
              <a:extLst>
                <a:ext uri="{FF2B5EF4-FFF2-40B4-BE49-F238E27FC236}">
                  <a16:creationId xmlns:a16="http://schemas.microsoft.com/office/drawing/2014/main" id="{1BA1B77C-55E8-974A-958F-7B267FD4813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310997" y="3102744"/>
              <a:ext cx="288000" cy="288000"/>
            </a:xfrm>
            <a:prstGeom prst="rect">
              <a:avLst/>
            </a:prstGeom>
          </p:spPr>
        </p:pic>
      </p:grpSp>
      <p:pic>
        <p:nvPicPr>
          <p:cNvPr id="18" name="그래픽 17">
            <a:extLst>
              <a:ext uri="{FF2B5EF4-FFF2-40B4-BE49-F238E27FC236}">
                <a16:creationId xmlns:a16="http://schemas.microsoft.com/office/drawing/2014/main" id="{6BF93B3F-A1CA-411C-CFA5-80EA49C5567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480072" y="4360481"/>
            <a:ext cx="468000" cy="468000"/>
          </a:xfrm>
          <a:prstGeom prst="rect">
            <a:avLst/>
          </a:prstGeom>
        </p:spPr>
      </p:pic>
      <p:pic>
        <p:nvPicPr>
          <p:cNvPr id="24" name="그래픽 23">
            <a:extLst>
              <a:ext uri="{FF2B5EF4-FFF2-40B4-BE49-F238E27FC236}">
                <a16:creationId xmlns:a16="http://schemas.microsoft.com/office/drawing/2014/main" id="{D6E5F2F6-85DD-BCD6-02AC-C44169D8C89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70584" y="3861010"/>
            <a:ext cx="324000" cy="324000"/>
          </a:xfrm>
          <a:prstGeom prst="rect">
            <a:avLst/>
          </a:prstGeom>
        </p:spPr>
      </p:pic>
      <p:pic>
        <p:nvPicPr>
          <p:cNvPr id="25" name="그래픽 24">
            <a:extLst>
              <a:ext uri="{FF2B5EF4-FFF2-40B4-BE49-F238E27FC236}">
                <a16:creationId xmlns:a16="http://schemas.microsoft.com/office/drawing/2014/main" id="{E7BBF22F-F7C8-2A6C-CA55-723A99D7277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86502" y="3861010"/>
            <a:ext cx="324000" cy="3240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0E8A84B-B7EE-F3FA-00EC-9C30905988CD}"/>
              </a:ext>
            </a:extLst>
          </p:cNvPr>
          <p:cNvSpPr txBox="1"/>
          <p:nvPr/>
        </p:nvSpPr>
        <p:spPr>
          <a:xfrm>
            <a:off x="5679680" y="5440727"/>
            <a:ext cx="5373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Master</a:t>
            </a:r>
            <a:endParaRPr lang="en-US" altLang="ko-KR" sz="90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E6631A-1E60-D55D-2925-8E3A6CB5ED84}"/>
              </a:ext>
            </a:extLst>
          </p:cNvPr>
          <p:cNvSpPr txBox="1"/>
          <p:nvPr/>
        </p:nvSpPr>
        <p:spPr>
          <a:xfrm>
            <a:off x="6274079" y="5440727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Replica</a:t>
            </a:r>
            <a:endParaRPr lang="en-US" altLang="ko-KR" sz="9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" name="그래픽 27">
            <a:extLst>
              <a:ext uri="{FF2B5EF4-FFF2-40B4-BE49-F238E27FC236}">
                <a16:creationId xmlns:a16="http://schemas.microsoft.com/office/drawing/2014/main" id="{9F34E91E-66E4-3016-3350-929158B5C83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770584" y="5123033"/>
            <a:ext cx="324000" cy="317387"/>
          </a:xfrm>
          <a:prstGeom prst="rect">
            <a:avLst/>
          </a:prstGeom>
        </p:spPr>
      </p:pic>
      <p:pic>
        <p:nvPicPr>
          <p:cNvPr id="29" name="그래픽 28">
            <a:extLst>
              <a:ext uri="{FF2B5EF4-FFF2-40B4-BE49-F238E27FC236}">
                <a16:creationId xmlns:a16="http://schemas.microsoft.com/office/drawing/2014/main" id="{9BA40083-37A7-C818-CB88-5506599A836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86502" y="5123033"/>
            <a:ext cx="324000" cy="317387"/>
          </a:xfrm>
          <a:prstGeom prst="rect">
            <a:avLst/>
          </a:prstGeom>
        </p:spPr>
      </p:pic>
      <p:pic>
        <p:nvPicPr>
          <p:cNvPr id="32" name="그래픽 31">
            <a:extLst>
              <a:ext uri="{FF2B5EF4-FFF2-40B4-BE49-F238E27FC236}">
                <a16:creationId xmlns:a16="http://schemas.microsoft.com/office/drawing/2014/main" id="{FAF8FAAE-4AD6-E221-AD9B-2BEAB98B632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75971" y="1070413"/>
            <a:ext cx="288000" cy="288000"/>
          </a:xfrm>
          <a:prstGeom prst="rect">
            <a:avLst/>
          </a:prstGeom>
        </p:spPr>
      </p:pic>
      <p:grpSp>
        <p:nvGrpSpPr>
          <p:cNvPr id="71" name="그룹 70">
            <a:extLst>
              <a:ext uri="{FF2B5EF4-FFF2-40B4-BE49-F238E27FC236}">
                <a16:creationId xmlns:a16="http://schemas.microsoft.com/office/drawing/2014/main" id="{3F4DCCE3-7F71-4A1A-B7C5-8B416F4E0A32}"/>
              </a:ext>
            </a:extLst>
          </p:cNvPr>
          <p:cNvGrpSpPr/>
          <p:nvPr/>
        </p:nvGrpSpPr>
        <p:grpSpPr>
          <a:xfrm>
            <a:off x="2775711" y="3686516"/>
            <a:ext cx="639919" cy="731285"/>
            <a:chOff x="2626416" y="3686516"/>
            <a:chExt cx="639919" cy="731285"/>
          </a:xfrm>
        </p:grpSpPr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4EC224DD-AD40-F04C-89EF-E44351892595}"/>
                </a:ext>
              </a:extLst>
            </p:cNvPr>
            <p:cNvSpPr txBox="1"/>
            <p:nvPr/>
          </p:nvSpPr>
          <p:spPr>
            <a:xfrm>
              <a:off x="2626416" y="4048469"/>
              <a:ext cx="6399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00">
                  <a:solidFill>
                    <a:srgbClr val="222222"/>
                  </a:solidFill>
                  <a:latin typeface="Arial" panose="020B0604020202020204" pitchFamily="34" charset="0"/>
                  <a:ea typeface="Pretendard Medium" pitchFamily="34" charset="-122"/>
                  <a:cs typeface="Arial" panose="020B0604020202020204" pitchFamily="34" charset="0"/>
                </a:rPr>
                <a:t>NAT</a:t>
              </a:r>
            </a:p>
            <a:p>
              <a:pPr algn="ctr"/>
              <a:r>
                <a:rPr lang="en-US" altLang="ko-KR" sz="900">
                  <a:solidFill>
                    <a:srgbClr val="222222"/>
                  </a:solidFill>
                  <a:latin typeface="Arial" panose="020B0604020202020204" pitchFamily="34" charset="0"/>
                  <a:ea typeface="Pretendard Medium" pitchFamily="34" charset="-122"/>
                  <a:cs typeface="Arial" panose="020B0604020202020204" pitchFamily="34" charset="0"/>
                </a:rPr>
                <a:t>Gateway</a:t>
              </a:r>
              <a:endParaRPr lang="en-US" altLang="ko-KR" sz="90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6" name="그래픽 35">
              <a:extLst>
                <a:ext uri="{FF2B5EF4-FFF2-40B4-BE49-F238E27FC236}">
                  <a16:creationId xmlns:a16="http://schemas.microsoft.com/office/drawing/2014/main" id="{920B5E30-CCC4-2132-614D-813C9F9D74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2713412" y="3686516"/>
              <a:ext cx="432000" cy="432000"/>
            </a:xfrm>
            <a:prstGeom prst="rect">
              <a:avLst/>
            </a:prstGeom>
          </p:spPr>
        </p:pic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58296AF8-1703-45F3-BD9A-0F898D27ACA3}"/>
              </a:ext>
            </a:extLst>
          </p:cNvPr>
          <p:cNvGrpSpPr/>
          <p:nvPr/>
        </p:nvGrpSpPr>
        <p:grpSpPr>
          <a:xfrm>
            <a:off x="2486451" y="4917528"/>
            <a:ext cx="639919" cy="709375"/>
            <a:chOff x="2626416" y="4757508"/>
            <a:chExt cx="639919" cy="709375"/>
          </a:xfrm>
        </p:grpSpPr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2920A264-29E8-4B4D-AF82-570B8E1A510E}"/>
                </a:ext>
              </a:extLst>
            </p:cNvPr>
            <p:cNvSpPr txBox="1"/>
            <p:nvPr/>
          </p:nvSpPr>
          <p:spPr>
            <a:xfrm>
              <a:off x="2626416" y="5097551"/>
              <a:ext cx="6399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00">
                  <a:solidFill>
                    <a:srgbClr val="222222"/>
                  </a:solidFill>
                  <a:latin typeface="Arial" panose="020B0604020202020204" pitchFamily="34" charset="0"/>
                  <a:ea typeface="Pretendard Medium" pitchFamily="34" charset="-122"/>
                  <a:cs typeface="Arial" panose="020B0604020202020204" pitchFamily="34" charset="0"/>
                </a:rPr>
                <a:t>Load</a:t>
              </a:r>
            </a:p>
            <a:p>
              <a:pPr algn="ctr"/>
              <a:r>
                <a:rPr lang="en-US" altLang="ko-KR" sz="900">
                  <a:solidFill>
                    <a:srgbClr val="222222"/>
                  </a:solidFill>
                  <a:latin typeface="Arial" panose="020B0604020202020204" pitchFamily="34" charset="0"/>
                  <a:ea typeface="Pretendard Medium" pitchFamily="34" charset="-122"/>
                  <a:cs typeface="Arial" panose="020B0604020202020204" pitchFamily="34" charset="0"/>
                </a:rPr>
                <a:t>Balancer</a:t>
              </a:r>
              <a:endParaRPr lang="en-US" altLang="ko-KR" sz="90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8" name="그래픽 37">
              <a:extLst>
                <a:ext uri="{FF2B5EF4-FFF2-40B4-BE49-F238E27FC236}">
                  <a16:creationId xmlns:a16="http://schemas.microsoft.com/office/drawing/2014/main" id="{50D2DDC1-9AD8-F215-BE0A-D7FB212C2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2728270" y="4757508"/>
              <a:ext cx="432000" cy="432000"/>
            </a:xfrm>
            <a:prstGeom prst="rect">
              <a:avLst/>
            </a:prstGeom>
          </p:spPr>
        </p:pic>
      </p:grpSp>
      <p:pic>
        <p:nvPicPr>
          <p:cNvPr id="41" name="그래픽 40">
            <a:extLst>
              <a:ext uri="{FF2B5EF4-FFF2-40B4-BE49-F238E27FC236}">
                <a16:creationId xmlns:a16="http://schemas.microsoft.com/office/drawing/2014/main" id="{1FB4DE1D-29B2-7DA2-B1A8-33BE9AD0335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963469" y="4309069"/>
            <a:ext cx="432000" cy="432000"/>
          </a:xfrm>
          <a:prstGeom prst="rect">
            <a:avLst/>
          </a:prstGeom>
        </p:spPr>
      </p:pic>
      <p:pic>
        <p:nvPicPr>
          <p:cNvPr id="43" name="그래픽 42">
            <a:extLst>
              <a:ext uri="{FF2B5EF4-FFF2-40B4-BE49-F238E27FC236}">
                <a16:creationId xmlns:a16="http://schemas.microsoft.com/office/drawing/2014/main" id="{BB621AC5-CD1D-1FFF-C9DA-EAA355FD142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871754" y="2524568"/>
            <a:ext cx="432000" cy="432000"/>
          </a:xfrm>
          <a:prstGeom prst="rect">
            <a:avLst/>
          </a:prstGeom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id="{36EBF9C8-CB47-44CD-89D5-C4136F799849}"/>
              </a:ext>
            </a:extLst>
          </p:cNvPr>
          <p:cNvGrpSpPr/>
          <p:nvPr/>
        </p:nvGrpSpPr>
        <p:grpSpPr>
          <a:xfrm>
            <a:off x="4673967" y="2335941"/>
            <a:ext cx="1324505" cy="432000"/>
            <a:chOff x="4323447" y="2314686"/>
            <a:chExt cx="1324505" cy="432000"/>
          </a:xfrm>
        </p:grpSpPr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1426ABED-87E5-C64C-AB8B-780A189069B3}"/>
                </a:ext>
              </a:extLst>
            </p:cNvPr>
            <p:cNvSpPr txBox="1"/>
            <p:nvPr/>
          </p:nvSpPr>
          <p:spPr>
            <a:xfrm>
              <a:off x="4638250" y="2398740"/>
              <a:ext cx="100970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>
                  <a:solidFill>
                    <a:srgbClr val="222222"/>
                  </a:solidFill>
                  <a:latin typeface="Arial" panose="020B0604020202020204" pitchFamily="34" charset="0"/>
                  <a:ea typeface="Pretendard Medium" pitchFamily="34" charset="-122"/>
                  <a:cs typeface="Arial" panose="020B0604020202020204" pitchFamily="34" charset="0"/>
                </a:rPr>
                <a:t>Object Storage</a:t>
              </a:r>
              <a:endParaRPr lang="en-US" altLang="ko-KR" sz="9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7" name="그래픽 46">
              <a:extLst>
                <a:ext uri="{FF2B5EF4-FFF2-40B4-BE49-F238E27FC236}">
                  <a16:creationId xmlns:a16="http://schemas.microsoft.com/office/drawing/2014/main" id="{EB10AD3D-5E7F-4118-9F09-0FB5C16918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4323447" y="2314686"/>
              <a:ext cx="432000" cy="432000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64C7C04-87E8-4C24-B9B3-675BC04C1A42}"/>
              </a:ext>
            </a:extLst>
          </p:cNvPr>
          <p:cNvGrpSpPr/>
          <p:nvPr/>
        </p:nvGrpSpPr>
        <p:grpSpPr>
          <a:xfrm>
            <a:off x="4673967" y="1821311"/>
            <a:ext cx="730876" cy="432000"/>
            <a:chOff x="4323447" y="1806071"/>
            <a:chExt cx="730876" cy="432000"/>
          </a:xfrm>
        </p:grpSpPr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AD333EA4-969B-9047-B0A7-BE64122F2AF7}"/>
                </a:ext>
              </a:extLst>
            </p:cNvPr>
            <p:cNvSpPr txBox="1"/>
            <p:nvPr/>
          </p:nvSpPr>
          <p:spPr>
            <a:xfrm>
              <a:off x="4619588" y="1910477"/>
              <a:ext cx="43473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rgbClr val="222222"/>
                  </a:solidFill>
                  <a:latin typeface="Arial" panose="020B0604020202020204" pitchFamily="34" charset="0"/>
                  <a:ea typeface="Pretendard Medium" pitchFamily="34" charset="-122"/>
                  <a:cs typeface="Arial" panose="020B0604020202020204" pitchFamily="34" charset="0"/>
                </a:rPr>
                <a:t>CDN</a:t>
              </a:r>
              <a:endParaRPr lang="en-US" altLang="ko-KR" sz="9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0" name="그래픽 49">
              <a:extLst>
                <a:ext uri="{FF2B5EF4-FFF2-40B4-BE49-F238E27FC236}">
                  <a16:creationId xmlns:a16="http://schemas.microsoft.com/office/drawing/2014/main" id="{4F8C68B5-FC50-9E3E-E338-BC226E3C14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4323447" y="1806071"/>
              <a:ext cx="432000" cy="432000"/>
            </a:xfrm>
            <a:prstGeom prst="rect">
              <a:avLst/>
            </a:prstGeom>
          </p:spPr>
        </p:pic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B679B015-D01B-4E2D-B6BF-0B3E8EDABC9B}"/>
              </a:ext>
            </a:extLst>
          </p:cNvPr>
          <p:cNvGrpSpPr/>
          <p:nvPr/>
        </p:nvGrpSpPr>
        <p:grpSpPr>
          <a:xfrm>
            <a:off x="1809941" y="4757611"/>
            <a:ext cx="569387" cy="709272"/>
            <a:chOff x="2093726" y="4757611"/>
            <a:chExt cx="569387" cy="709272"/>
          </a:xfrm>
        </p:grpSpPr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D0E511E1-7443-CA41-9754-90C8B701943B}"/>
                </a:ext>
              </a:extLst>
            </p:cNvPr>
            <p:cNvSpPr txBox="1"/>
            <p:nvPr/>
          </p:nvSpPr>
          <p:spPr>
            <a:xfrm>
              <a:off x="2093726" y="5097551"/>
              <a:ext cx="5693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00">
                  <a:solidFill>
                    <a:srgbClr val="222222"/>
                  </a:solidFill>
                  <a:latin typeface="Arial" panose="020B0604020202020204" pitchFamily="34" charset="0"/>
                  <a:ea typeface="Pretendard Medium" pitchFamily="34" charset="-122"/>
                  <a:cs typeface="Arial" panose="020B0604020202020204" pitchFamily="34" charset="0"/>
                </a:rPr>
                <a:t>NHN</a:t>
              </a:r>
            </a:p>
            <a:p>
              <a:pPr algn="ctr"/>
              <a:r>
                <a:rPr lang="en-US" altLang="ko-KR" sz="900">
                  <a:solidFill>
                    <a:srgbClr val="222222"/>
                  </a:solidFill>
                  <a:latin typeface="Arial" panose="020B0604020202020204" pitchFamily="34" charset="0"/>
                  <a:ea typeface="Pretendard Medium" pitchFamily="34" charset="-122"/>
                  <a:cs typeface="Arial" panose="020B0604020202020204" pitchFamily="34" charset="0"/>
                </a:rPr>
                <a:t>Bastion</a:t>
              </a:r>
              <a:endParaRPr lang="en-US" altLang="ko-KR" sz="90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5" name="그래픽 64">
              <a:extLst>
                <a:ext uri="{FF2B5EF4-FFF2-40B4-BE49-F238E27FC236}">
                  <a16:creationId xmlns:a16="http://schemas.microsoft.com/office/drawing/2014/main" id="{3F8741EB-E6A8-1200-9BE6-13517B5D93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2156937" y="4757611"/>
              <a:ext cx="432000" cy="432000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42916C0-F574-4FDF-BB6B-8D9399CB9717}"/>
              </a:ext>
            </a:extLst>
          </p:cNvPr>
          <p:cNvGrpSpPr/>
          <p:nvPr/>
        </p:nvGrpSpPr>
        <p:grpSpPr>
          <a:xfrm>
            <a:off x="5933156" y="1873559"/>
            <a:ext cx="772629" cy="342900"/>
            <a:chOff x="5361656" y="1873559"/>
            <a:chExt cx="772629" cy="342900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307FD5A-D7EB-C14C-9BF5-5A5C6E1507D1}"/>
                </a:ext>
              </a:extLst>
            </p:cNvPr>
            <p:cNvSpPr txBox="1"/>
            <p:nvPr/>
          </p:nvSpPr>
          <p:spPr>
            <a:xfrm>
              <a:off x="5641841" y="1910478"/>
              <a:ext cx="49244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rgbClr val="222222"/>
                  </a:solidFill>
                  <a:latin typeface="Arial" panose="020B0604020202020204" pitchFamily="34" charset="0"/>
                  <a:ea typeface="Pretendard Medium" pitchFamily="34" charset="-122"/>
                  <a:cs typeface="Arial" panose="020B0604020202020204" pitchFamily="34" charset="0"/>
                </a:rPr>
                <a:t>GSLB</a:t>
              </a:r>
              <a:endParaRPr lang="en-US" altLang="ko-KR" sz="9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7" name="그래픽 66">
              <a:extLst>
                <a:ext uri="{FF2B5EF4-FFF2-40B4-BE49-F238E27FC236}">
                  <a16:creationId xmlns:a16="http://schemas.microsoft.com/office/drawing/2014/main" id="{62EBE196-43EF-367D-93DF-824A8BA541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5361656" y="1873559"/>
              <a:ext cx="342900" cy="342900"/>
            </a:xfrm>
            <a:prstGeom prst="rect">
              <a:avLst/>
            </a:prstGeom>
          </p:spPr>
        </p:pic>
      </p:grpSp>
      <p:pic>
        <p:nvPicPr>
          <p:cNvPr id="124" name="그래픽 123">
            <a:extLst>
              <a:ext uri="{FF2B5EF4-FFF2-40B4-BE49-F238E27FC236}">
                <a16:creationId xmlns:a16="http://schemas.microsoft.com/office/drawing/2014/main" id="{F8381601-0749-4C90-AAC3-3989A765417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090722" y="4360481"/>
            <a:ext cx="468000" cy="468000"/>
          </a:xfrm>
          <a:prstGeom prst="rect">
            <a:avLst/>
          </a:prstGeom>
        </p:spPr>
      </p:pic>
      <p:pic>
        <p:nvPicPr>
          <p:cNvPr id="128" name="그래픽 127">
            <a:extLst>
              <a:ext uri="{FF2B5EF4-FFF2-40B4-BE49-F238E27FC236}">
                <a16:creationId xmlns:a16="http://schemas.microsoft.com/office/drawing/2014/main" id="{FF250944-2DBB-4821-BEAE-AC9B1D24460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480072" y="4970194"/>
            <a:ext cx="468000" cy="468000"/>
          </a:xfrm>
          <a:prstGeom prst="rect">
            <a:avLst/>
          </a:prstGeom>
        </p:spPr>
      </p:pic>
      <p:pic>
        <p:nvPicPr>
          <p:cNvPr id="129" name="그래픽 128">
            <a:extLst>
              <a:ext uri="{FF2B5EF4-FFF2-40B4-BE49-F238E27FC236}">
                <a16:creationId xmlns:a16="http://schemas.microsoft.com/office/drawing/2014/main" id="{89CB43F7-3434-43E0-9C4D-AE748B6DA67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090722" y="4970194"/>
            <a:ext cx="468000" cy="468000"/>
          </a:xfrm>
          <a:prstGeom prst="rect">
            <a:avLst/>
          </a:prstGeom>
        </p:spPr>
      </p:pic>
      <p:pic>
        <p:nvPicPr>
          <p:cNvPr id="130" name="그래픽 129">
            <a:extLst>
              <a:ext uri="{FF2B5EF4-FFF2-40B4-BE49-F238E27FC236}">
                <a16:creationId xmlns:a16="http://schemas.microsoft.com/office/drawing/2014/main" id="{C39EE062-1D5F-4904-A84D-0C7A9747D52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02912" y="4715242"/>
            <a:ext cx="468000" cy="468000"/>
          </a:xfrm>
          <a:prstGeom prst="rect">
            <a:avLst/>
          </a:prstGeom>
        </p:spPr>
      </p:pic>
      <p:pic>
        <p:nvPicPr>
          <p:cNvPr id="131" name="그래픽 130">
            <a:extLst>
              <a:ext uri="{FF2B5EF4-FFF2-40B4-BE49-F238E27FC236}">
                <a16:creationId xmlns:a16="http://schemas.microsoft.com/office/drawing/2014/main" id="{8193339E-F7F5-44AD-9006-D0CC85DB138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13562" y="4715242"/>
            <a:ext cx="468000" cy="468000"/>
          </a:xfrm>
          <a:prstGeom prst="rect">
            <a:avLst/>
          </a:prstGeom>
        </p:spPr>
      </p:pic>
      <p:pic>
        <p:nvPicPr>
          <p:cNvPr id="132" name="그래픽 131">
            <a:extLst>
              <a:ext uri="{FF2B5EF4-FFF2-40B4-BE49-F238E27FC236}">
                <a16:creationId xmlns:a16="http://schemas.microsoft.com/office/drawing/2014/main" id="{A18F0434-001D-450A-8BF6-4C87C41FC7A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02912" y="5324955"/>
            <a:ext cx="468000" cy="468000"/>
          </a:xfrm>
          <a:prstGeom prst="rect">
            <a:avLst/>
          </a:prstGeom>
        </p:spPr>
      </p:pic>
      <p:pic>
        <p:nvPicPr>
          <p:cNvPr id="145" name="그래픽 144">
            <a:extLst>
              <a:ext uri="{FF2B5EF4-FFF2-40B4-BE49-F238E27FC236}">
                <a16:creationId xmlns:a16="http://schemas.microsoft.com/office/drawing/2014/main" id="{06028116-D231-44E7-8231-530661F9EEA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13562" y="5324955"/>
            <a:ext cx="468000" cy="468000"/>
          </a:xfrm>
          <a:prstGeom prst="rect">
            <a:avLst/>
          </a:prstGeom>
        </p:spPr>
      </p:pic>
      <p:grpSp>
        <p:nvGrpSpPr>
          <p:cNvPr id="61" name="그룹 60">
            <a:extLst>
              <a:ext uri="{FF2B5EF4-FFF2-40B4-BE49-F238E27FC236}">
                <a16:creationId xmlns:a16="http://schemas.microsoft.com/office/drawing/2014/main" id="{8560BA2D-C87C-4F2C-88B0-E4F50385389A}"/>
              </a:ext>
            </a:extLst>
          </p:cNvPr>
          <p:cNvGrpSpPr/>
          <p:nvPr/>
        </p:nvGrpSpPr>
        <p:grpSpPr>
          <a:xfrm>
            <a:off x="2690781" y="2514856"/>
            <a:ext cx="962217" cy="393522"/>
            <a:chOff x="2773980" y="2692137"/>
            <a:chExt cx="962217" cy="393522"/>
          </a:xfrm>
        </p:grpSpPr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C4CF5E23-2DD8-024F-9344-87B51A31CBCD}"/>
                </a:ext>
              </a:extLst>
            </p:cNvPr>
            <p:cNvSpPr txBox="1"/>
            <p:nvPr/>
          </p:nvSpPr>
          <p:spPr>
            <a:xfrm>
              <a:off x="3096278" y="2704871"/>
              <a:ext cx="6399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00">
                  <a:solidFill>
                    <a:srgbClr val="222222"/>
                  </a:solidFill>
                  <a:latin typeface="Arial" panose="020B0604020202020204" pitchFamily="34" charset="0"/>
                  <a:ea typeface="Pretendard Medium" pitchFamily="34" charset="-122"/>
                  <a:cs typeface="Arial" panose="020B0604020202020204" pitchFamily="34" charset="0"/>
                </a:rPr>
                <a:t>Internet</a:t>
              </a:r>
            </a:p>
            <a:p>
              <a:pPr algn="ctr"/>
              <a:r>
                <a:rPr lang="en-US" altLang="ko-KR" sz="900">
                  <a:solidFill>
                    <a:srgbClr val="222222"/>
                  </a:solidFill>
                  <a:latin typeface="Arial" panose="020B0604020202020204" pitchFamily="34" charset="0"/>
                  <a:ea typeface="Pretendard Medium" pitchFamily="34" charset="-122"/>
                  <a:cs typeface="Arial" panose="020B0604020202020204" pitchFamily="34" charset="0"/>
                </a:rPr>
                <a:t>Gateway</a:t>
              </a:r>
              <a:endParaRPr lang="en-US" altLang="ko-KR" sz="90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46" name="그림 134">
              <a:extLst>
                <a:ext uri="{FF2B5EF4-FFF2-40B4-BE49-F238E27FC236}">
                  <a16:creationId xmlns:a16="http://schemas.microsoft.com/office/drawing/2014/main" id="{90F3427E-E1F7-4599-BDDC-26735E09E2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2773980" y="2692137"/>
              <a:ext cx="400082" cy="393522"/>
            </a:xfrm>
            <a:prstGeom prst="rect">
              <a:avLst/>
            </a:prstGeom>
          </p:spPr>
        </p:pic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91C0C011-B359-46B6-BBDC-884158F295F2}"/>
              </a:ext>
            </a:extLst>
          </p:cNvPr>
          <p:cNvGrpSpPr/>
          <p:nvPr/>
        </p:nvGrpSpPr>
        <p:grpSpPr>
          <a:xfrm>
            <a:off x="9647921" y="2517812"/>
            <a:ext cx="909151" cy="393522"/>
            <a:chOff x="9777461" y="3043592"/>
            <a:chExt cx="909151" cy="393522"/>
          </a:xfrm>
        </p:grpSpPr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DF7BD961-D19C-BB4B-8771-BE65DB87F21B}"/>
                </a:ext>
              </a:extLst>
            </p:cNvPr>
            <p:cNvSpPr txBox="1"/>
            <p:nvPr/>
          </p:nvSpPr>
          <p:spPr>
            <a:xfrm>
              <a:off x="10046693" y="3044749"/>
              <a:ext cx="6399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00">
                  <a:solidFill>
                    <a:srgbClr val="222222"/>
                  </a:solidFill>
                  <a:latin typeface="Arial" panose="020B0604020202020204" pitchFamily="34" charset="0"/>
                  <a:ea typeface="Pretendard Medium" pitchFamily="34" charset="-122"/>
                  <a:cs typeface="Arial" panose="020B0604020202020204" pitchFamily="34" charset="0"/>
                </a:rPr>
                <a:t>Internet</a:t>
              </a:r>
            </a:p>
            <a:p>
              <a:pPr algn="ctr"/>
              <a:r>
                <a:rPr lang="en-US" altLang="ko-KR" sz="900">
                  <a:solidFill>
                    <a:srgbClr val="222222"/>
                  </a:solidFill>
                  <a:latin typeface="Arial" panose="020B0604020202020204" pitchFamily="34" charset="0"/>
                  <a:ea typeface="Pretendard Medium" pitchFamily="34" charset="-122"/>
                  <a:cs typeface="Arial" panose="020B0604020202020204" pitchFamily="34" charset="0"/>
                </a:rPr>
                <a:t>Gateway</a:t>
              </a:r>
              <a:endParaRPr lang="en-US" altLang="ko-KR" sz="90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47" name="그림 134">
              <a:extLst>
                <a:ext uri="{FF2B5EF4-FFF2-40B4-BE49-F238E27FC236}">
                  <a16:creationId xmlns:a16="http://schemas.microsoft.com/office/drawing/2014/main" id="{0FED0FA4-D469-4738-99CD-A5CA6D060A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9777461" y="3043592"/>
              <a:ext cx="400082" cy="393522"/>
            </a:xfrm>
            <a:prstGeom prst="rect">
              <a:avLst/>
            </a:prstGeom>
          </p:spPr>
        </p:pic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2DFC1839-FF88-4365-A9E9-EA855EB773B8}"/>
              </a:ext>
            </a:extLst>
          </p:cNvPr>
          <p:cNvGrpSpPr/>
          <p:nvPr/>
        </p:nvGrpSpPr>
        <p:grpSpPr>
          <a:xfrm>
            <a:off x="3777261" y="3432847"/>
            <a:ext cx="1201474" cy="564336"/>
            <a:chOff x="3717077" y="3432847"/>
            <a:chExt cx="1201474" cy="564336"/>
          </a:xfrm>
        </p:grpSpPr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91A579D3-EB1C-C444-A143-945DDB48579D}"/>
                </a:ext>
              </a:extLst>
            </p:cNvPr>
            <p:cNvSpPr txBox="1"/>
            <p:nvPr/>
          </p:nvSpPr>
          <p:spPr>
            <a:xfrm>
              <a:off x="3717077" y="3766351"/>
              <a:ext cx="120147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>
                  <a:solidFill>
                    <a:srgbClr val="222222"/>
                  </a:solidFill>
                  <a:latin typeface="Arial" panose="020B0604020202020204" pitchFamily="34" charset="0"/>
                  <a:ea typeface="Pretendard Medium" pitchFamily="34" charset="-122"/>
                  <a:cs typeface="Arial" panose="020B0604020202020204" pitchFamily="34" charset="0"/>
                </a:rPr>
                <a:t>Service Gateway</a:t>
              </a:r>
              <a:endParaRPr lang="en-US" altLang="ko-KR" sz="90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48" name="그림 104">
              <a:extLst>
                <a:ext uri="{FF2B5EF4-FFF2-40B4-BE49-F238E27FC236}">
                  <a16:creationId xmlns:a16="http://schemas.microsoft.com/office/drawing/2014/main" id="{62DD94E2-0E87-407A-8E40-8F8B0892F7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4074806" y="3432847"/>
              <a:ext cx="411788" cy="405037"/>
            </a:xfrm>
            <a:prstGeom prst="rect">
              <a:avLst/>
            </a:prstGeom>
          </p:spPr>
        </p:pic>
      </p:grpSp>
      <p:pic>
        <p:nvPicPr>
          <p:cNvPr id="149" name="그림 148">
            <a:extLst>
              <a:ext uri="{FF2B5EF4-FFF2-40B4-BE49-F238E27FC236}">
                <a16:creationId xmlns:a16="http://schemas.microsoft.com/office/drawing/2014/main" id="{A3A98295-95C7-47F7-B3D9-204A8436E463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512706" y="4667579"/>
            <a:ext cx="288000" cy="288000"/>
          </a:xfrm>
          <a:prstGeom prst="rect">
            <a:avLst/>
          </a:prstGeom>
        </p:spPr>
      </p:pic>
      <p:pic>
        <p:nvPicPr>
          <p:cNvPr id="150" name="그림 149">
            <a:extLst>
              <a:ext uri="{FF2B5EF4-FFF2-40B4-BE49-F238E27FC236}">
                <a16:creationId xmlns:a16="http://schemas.microsoft.com/office/drawing/2014/main" id="{0B57837B-430F-4E50-9AB7-DF4DE7259FFA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512706" y="3493853"/>
            <a:ext cx="288000" cy="288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96B3A3A-E827-4B87-80BA-03445666FC7E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218784" y="1110512"/>
            <a:ext cx="468000" cy="468000"/>
          </a:xfrm>
          <a:prstGeom prst="rect">
            <a:avLst/>
          </a:prstGeom>
        </p:spPr>
      </p:pic>
      <p:pic>
        <p:nvPicPr>
          <p:cNvPr id="151" name="그래픽 150">
            <a:extLst>
              <a:ext uri="{FF2B5EF4-FFF2-40B4-BE49-F238E27FC236}">
                <a16:creationId xmlns:a16="http://schemas.microsoft.com/office/drawing/2014/main" id="{7328922E-7225-470D-A9C9-83CCBB378CF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811904" y="3880743"/>
            <a:ext cx="432000" cy="432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046F850-792C-4341-8120-61C09B41BCC4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045149" y="1132489"/>
            <a:ext cx="468000" cy="468000"/>
          </a:xfrm>
          <a:prstGeom prst="rect">
            <a:avLst/>
          </a:prstGeom>
        </p:spPr>
      </p:pic>
      <p:cxnSp>
        <p:nvCxnSpPr>
          <p:cNvPr id="153" name="직선 연결선[R] 2">
            <a:extLst>
              <a:ext uri="{FF2B5EF4-FFF2-40B4-BE49-F238E27FC236}">
                <a16:creationId xmlns:a16="http://schemas.microsoft.com/office/drawing/2014/main" id="{CE635751-8295-4289-91A9-4F1403C4D801}"/>
              </a:ext>
            </a:extLst>
          </p:cNvPr>
          <p:cNvCxnSpPr>
            <a:cxnSpLocks/>
            <a:stCxn id="52" idx="2"/>
            <a:endCxn id="67" idx="0"/>
          </p:cNvCxnSpPr>
          <p:nvPr/>
        </p:nvCxnSpPr>
        <p:spPr>
          <a:xfrm rot="5400000">
            <a:off x="7447527" y="319558"/>
            <a:ext cx="211080" cy="2896922"/>
          </a:xfrm>
          <a:prstGeom prst="bentConnector3">
            <a:avLst>
              <a:gd name="adj1" fmla="val 50000"/>
            </a:avLst>
          </a:prstGeom>
          <a:ln w="12700">
            <a:solidFill>
              <a:srgbClr val="55555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[R] 33">
            <a:extLst>
              <a:ext uri="{FF2B5EF4-FFF2-40B4-BE49-F238E27FC236}">
                <a16:creationId xmlns:a16="http://schemas.microsoft.com/office/drawing/2014/main" id="{44D51084-E7FA-4447-B566-ABBF524B3FE4}"/>
              </a:ext>
            </a:extLst>
          </p:cNvPr>
          <p:cNvCxnSpPr>
            <a:cxnSpLocks/>
            <a:stCxn id="43" idx="2"/>
            <a:endCxn id="65" idx="0"/>
          </p:cNvCxnSpPr>
          <p:nvPr/>
        </p:nvCxnSpPr>
        <p:spPr>
          <a:xfrm>
            <a:off x="2087754" y="2956568"/>
            <a:ext cx="1398" cy="1801043"/>
          </a:xfrm>
          <a:prstGeom prst="line">
            <a:avLst/>
          </a:prstGeom>
          <a:ln w="12700">
            <a:solidFill>
              <a:srgbClr val="55555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연결선[R] 33">
            <a:extLst>
              <a:ext uri="{FF2B5EF4-FFF2-40B4-BE49-F238E27FC236}">
                <a16:creationId xmlns:a16="http://schemas.microsoft.com/office/drawing/2014/main" id="{116034D7-4DD0-4B1B-A197-501C6FCFD3EC}"/>
              </a:ext>
            </a:extLst>
          </p:cNvPr>
          <p:cNvCxnSpPr>
            <a:cxnSpLocks/>
          </p:cNvCxnSpPr>
          <p:nvPr/>
        </p:nvCxnSpPr>
        <p:spPr>
          <a:xfrm>
            <a:off x="2798057" y="2903220"/>
            <a:ext cx="0" cy="2026920"/>
          </a:xfrm>
          <a:prstGeom prst="line">
            <a:avLst/>
          </a:prstGeom>
          <a:ln w="12700">
            <a:solidFill>
              <a:srgbClr val="555555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[R] 2">
            <a:extLst>
              <a:ext uri="{FF2B5EF4-FFF2-40B4-BE49-F238E27FC236}">
                <a16:creationId xmlns:a16="http://schemas.microsoft.com/office/drawing/2014/main" id="{1F4A567C-68C0-4D2E-883E-477DE9613A34}"/>
              </a:ext>
            </a:extLst>
          </p:cNvPr>
          <p:cNvCxnSpPr>
            <a:cxnSpLocks/>
            <a:stCxn id="36" idx="0"/>
            <a:endCxn id="146" idx="2"/>
          </p:cNvCxnSpPr>
          <p:nvPr/>
        </p:nvCxnSpPr>
        <p:spPr>
          <a:xfrm rot="16200000" flipV="1">
            <a:off x="2595696" y="3203504"/>
            <a:ext cx="778138" cy="187885"/>
          </a:xfrm>
          <a:prstGeom prst="bentConnector3">
            <a:avLst>
              <a:gd name="adj1" fmla="val 50000"/>
            </a:avLst>
          </a:prstGeom>
          <a:ln w="12700">
            <a:solidFill>
              <a:srgbClr val="55555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직선 연결선[R] 2">
            <a:extLst>
              <a:ext uri="{FF2B5EF4-FFF2-40B4-BE49-F238E27FC236}">
                <a16:creationId xmlns:a16="http://schemas.microsoft.com/office/drawing/2014/main" id="{588CFFC5-D105-46B5-ADE7-8CC194908D49}"/>
              </a:ext>
            </a:extLst>
          </p:cNvPr>
          <p:cNvCxnSpPr>
            <a:cxnSpLocks/>
            <a:stCxn id="168" idx="1"/>
            <a:endCxn id="36" idx="3"/>
          </p:cNvCxnSpPr>
          <p:nvPr/>
        </p:nvCxnSpPr>
        <p:spPr>
          <a:xfrm rot="10800000">
            <a:off x="3294707" y="3902517"/>
            <a:ext cx="370968" cy="1113249"/>
          </a:xfrm>
          <a:prstGeom prst="bentConnector3">
            <a:avLst>
              <a:gd name="adj1" fmla="val 50000"/>
            </a:avLst>
          </a:prstGeom>
          <a:ln w="12700">
            <a:solidFill>
              <a:srgbClr val="55555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연결선[R] 33">
            <a:extLst>
              <a:ext uri="{FF2B5EF4-FFF2-40B4-BE49-F238E27FC236}">
                <a16:creationId xmlns:a16="http://schemas.microsoft.com/office/drawing/2014/main" id="{F2D8D6F8-40B7-4E03-ABED-F633B7C498A4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3020305" y="5133528"/>
            <a:ext cx="608046" cy="4157"/>
          </a:xfrm>
          <a:prstGeom prst="line">
            <a:avLst/>
          </a:prstGeom>
          <a:ln w="12700">
            <a:solidFill>
              <a:srgbClr val="55555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[R] 33">
            <a:extLst>
              <a:ext uri="{FF2B5EF4-FFF2-40B4-BE49-F238E27FC236}">
                <a16:creationId xmlns:a16="http://schemas.microsoft.com/office/drawing/2014/main" id="{F17B1E0B-F8D4-49FB-BEC3-6631C8AC2536}"/>
              </a:ext>
            </a:extLst>
          </p:cNvPr>
          <p:cNvCxnSpPr>
            <a:cxnSpLocks/>
          </p:cNvCxnSpPr>
          <p:nvPr/>
        </p:nvCxnSpPr>
        <p:spPr>
          <a:xfrm flipV="1">
            <a:off x="4339763" y="3929063"/>
            <a:ext cx="0" cy="232538"/>
          </a:xfrm>
          <a:prstGeom prst="line">
            <a:avLst/>
          </a:prstGeom>
          <a:ln w="12700">
            <a:solidFill>
              <a:srgbClr val="55555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[R] 2">
            <a:extLst>
              <a:ext uri="{FF2B5EF4-FFF2-40B4-BE49-F238E27FC236}">
                <a16:creationId xmlns:a16="http://schemas.microsoft.com/office/drawing/2014/main" id="{4FE0F7C2-1DB3-4873-9F5C-E78E3473DF14}"/>
              </a:ext>
            </a:extLst>
          </p:cNvPr>
          <p:cNvCxnSpPr>
            <a:cxnSpLocks/>
            <a:stCxn id="148" idx="3"/>
            <a:endCxn id="47" idx="2"/>
          </p:cNvCxnSpPr>
          <p:nvPr/>
        </p:nvCxnSpPr>
        <p:spPr>
          <a:xfrm flipV="1">
            <a:off x="4546778" y="2767941"/>
            <a:ext cx="343189" cy="867425"/>
          </a:xfrm>
          <a:prstGeom prst="bentConnector2">
            <a:avLst/>
          </a:prstGeom>
          <a:ln w="12700">
            <a:solidFill>
              <a:srgbClr val="55555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[R] 33">
            <a:extLst>
              <a:ext uri="{FF2B5EF4-FFF2-40B4-BE49-F238E27FC236}">
                <a16:creationId xmlns:a16="http://schemas.microsoft.com/office/drawing/2014/main" id="{1438AC10-7480-48B1-B5B7-77483A9CD902}"/>
              </a:ext>
            </a:extLst>
          </p:cNvPr>
          <p:cNvCxnSpPr>
            <a:cxnSpLocks/>
          </p:cNvCxnSpPr>
          <p:nvPr/>
        </p:nvCxnSpPr>
        <p:spPr>
          <a:xfrm flipV="1">
            <a:off x="4890413" y="2180295"/>
            <a:ext cx="0" cy="222863"/>
          </a:xfrm>
          <a:prstGeom prst="line">
            <a:avLst/>
          </a:prstGeom>
          <a:ln w="12700">
            <a:solidFill>
              <a:srgbClr val="55555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[R] 2">
            <a:extLst>
              <a:ext uri="{FF2B5EF4-FFF2-40B4-BE49-F238E27FC236}">
                <a16:creationId xmlns:a16="http://schemas.microsoft.com/office/drawing/2014/main" id="{E4228C09-8BB8-4001-B7BA-A36C41573B09}"/>
              </a:ext>
            </a:extLst>
          </p:cNvPr>
          <p:cNvCxnSpPr>
            <a:cxnSpLocks/>
            <a:stCxn id="67" idx="2"/>
            <a:endCxn id="146" idx="0"/>
          </p:cNvCxnSpPr>
          <p:nvPr/>
        </p:nvCxnSpPr>
        <p:spPr>
          <a:xfrm rot="5400000">
            <a:off x="4348516" y="758765"/>
            <a:ext cx="298397" cy="3213784"/>
          </a:xfrm>
          <a:prstGeom prst="bentConnector3">
            <a:avLst>
              <a:gd name="adj1" fmla="val 50000"/>
            </a:avLst>
          </a:prstGeom>
          <a:ln w="12700">
            <a:solidFill>
              <a:srgbClr val="55555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[R] 2">
            <a:extLst>
              <a:ext uri="{FF2B5EF4-FFF2-40B4-BE49-F238E27FC236}">
                <a16:creationId xmlns:a16="http://schemas.microsoft.com/office/drawing/2014/main" id="{CE80B9E5-F3A3-4F28-A312-06166F244EBA}"/>
              </a:ext>
            </a:extLst>
          </p:cNvPr>
          <p:cNvCxnSpPr>
            <a:cxnSpLocks/>
            <a:stCxn id="67" idx="2"/>
            <a:endCxn id="147" idx="0"/>
          </p:cNvCxnSpPr>
          <p:nvPr/>
        </p:nvCxnSpPr>
        <p:spPr>
          <a:xfrm rot="16200000" flipH="1">
            <a:off x="7825608" y="495457"/>
            <a:ext cx="301353" cy="3743356"/>
          </a:xfrm>
          <a:prstGeom prst="bentConnector3">
            <a:avLst>
              <a:gd name="adj1" fmla="val 50000"/>
            </a:avLst>
          </a:prstGeom>
          <a:ln w="12700">
            <a:solidFill>
              <a:srgbClr val="55555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[R] 2">
            <a:extLst>
              <a:ext uri="{FF2B5EF4-FFF2-40B4-BE49-F238E27FC236}">
                <a16:creationId xmlns:a16="http://schemas.microsoft.com/office/drawing/2014/main" id="{3706FFB2-E171-45AE-A4F5-62F9CAB4F84B}"/>
              </a:ext>
            </a:extLst>
          </p:cNvPr>
          <p:cNvCxnSpPr>
            <a:cxnSpLocks/>
            <a:stCxn id="168" idx="3"/>
            <a:endCxn id="111" idx="1"/>
          </p:cNvCxnSpPr>
          <p:nvPr/>
        </p:nvCxnSpPr>
        <p:spPr>
          <a:xfrm flipV="1">
            <a:off x="4997606" y="4025672"/>
            <a:ext cx="517953" cy="990093"/>
          </a:xfrm>
          <a:prstGeom prst="bentConnector3">
            <a:avLst>
              <a:gd name="adj1" fmla="val 60298"/>
            </a:avLst>
          </a:prstGeom>
          <a:ln w="12700">
            <a:solidFill>
              <a:srgbClr val="55555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[R] 2">
            <a:extLst>
              <a:ext uri="{FF2B5EF4-FFF2-40B4-BE49-F238E27FC236}">
                <a16:creationId xmlns:a16="http://schemas.microsoft.com/office/drawing/2014/main" id="{067CCF39-5BD8-4D31-A1A5-30507F0DBB89}"/>
              </a:ext>
            </a:extLst>
          </p:cNvPr>
          <p:cNvCxnSpPr>
            <a:cxnSpLocks/>
            <a:stCxn id="168" idx="3"/>
            <a:endCxn id="140" idx="1"/>
          </p:cNvCxnSpPr>
          <p:nvPr/>
        </p:nvCxnSpPr>
        <p:spPr>
          <a:xfrm>
            <a:off x="4997606" y="5015765"/>
            <a:ext cx="517953" cy="227336"/>
          </a:xfrm>
          <a:prstGeom prst="bentConnector3">
            <a:avLst>
              <a:gd name="adj1" fmla="val 60298"/>
            </a:avLst>
          </a:prstGeom>
          <a:ln w="12700">
            <a:solidFill>
              <a:srgbClr val="55555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직선 연결선[R] 33">
            <a:extLst>
              <a:ext uri="{FF2B5EF4-FFF2-40B4-BE49-F238E27FC236}">
                <a16:creationId xmlns:a16="http://schemas.microsoft.com/office/drawing/2014/main" id="{0A6CFABC-B156-4EA6-BCEA-AB32E3D3C59C}"/>
              </a:ext>
            </a:extLst>
          </p:cNvPr>
          <p:cNvCxnSpPr>
            <a:cxnSpLocks/>
          </p:cNvCxnSpPr>
          <p:nvPr/>
        </p:nvCxnSpPr>
        <p:spPr>
          <a:xfrm>
            <a:off x="8350250" y="4535786"/>
            <a:ext cx="558284" cy="0"/>
          </a:xfrm>
          <a:prstGeom prst="line">
            <a:avLst/>
          </a:prstGeom>
          <a:ln w="12700">
            <a:solidFill>
              <a:srgbClr val="555555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직선 연결선[R] 33">
            <a:extLst>
              <a:ext uri="{FF2B5EF4-FFF2-40B4-BE49-F238E27FC236}">
                <a16:creationId xmlns:a16="http://schemas.microsoft.com/office/drawing/2014/main" id="{0453FD23-CF29-49CB-AD4B-28A20E3A6E50}"/>
              </a:ext>
            </a:extLst>
          </p:cNvPr>
          <p:cNvCxnSpPr>
            <a:cxnSpLocks/>
          </p:cNvCxnSpPr>
          <p:nvPr/>
        </p:nvCxnSpPr>
        <p:spPr>
          <a:xfrm>
            <a:off x="7459980" y="4535786"/>
            <a:ext cx="581074" cy="0"/>
          </a:xfrm>
          <a:prstGeom prst="line">
            <a:avLst/>
          </a:prstGeom>
          <a:ln w="12700">
            <a:solidFill>
              <a:srgbClr val="555555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직선 연결선[R] 33">
            <a:extLst>
              <a:ext uri="{FF2B5EF4-FFF2-40B4-BE49-F238E27FC236}">
                <a16:creationId xmlns:a16="http://schemas.microsoft.com/office/drawing/2014/main" id="{B59821AE-3B8D-4BCA-AD25-2403FEB33173}"/>
              </a:ext>
            </a:extLst>
          </p:cNvPr>
          <p:cNvCxnSpPr>
            <a:cxnSpLocks/>
          </p:cNvCxnSpPr>
          <p:nvPr/>
        </p:nvCxnSpPr>
        <p:spPr>
          <a:xfrm>
            <a:off x="9847962" y="2896217"/>
            <a:ext cx="0" cy="719983"/>
          </a:xfrm>
          <a:prstGeom prst="line">
            <a:avLst/>
          </a:prstGeom>
          <a:ln w="12700">
            <a:solidFill>
              <a:srgbClr val="55555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C40C383E-BC7A-420F-B590-60F1A2F599C9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195763" y="4162949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753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EF49F738-180A-9444-908A-4190D151E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335"/>
            <a:ext cx="12192333" cy="6857330"/>
          </a:xfrm>
          <a:prstGeom prst="rect">
            <a:avLst/>
          </a:prstGeom>
          <a:noFill/>
          <a:ln/>
        </p:spPr>
      </p:sp>
      <p:sp>
        <p:nvSpPr>
          <p:cNvPr id="9" name="Shape 1"/>
          <p:cNvSpPr/>
          <p:nvPr/>
        </p:nvSpPr>
        <p:spPr>
          <a:xfrm>
            <a:off x="457212" y="3143278"/>
            <a:ext cx="2800427" cy="571444"/>
          </a:xfrm>
          <a:prstGeom prst="rect">
            <a:avLst/>
          </a:prstGeom>
          <a:noFill/>
          <a:ln/>
        </p:spPr>
      </p:sp>
      <p:sp>
        <p:nvSpPr>
          <p:cNvPr id="10" name="Text 2"/>
          <p:cNvSpPr/>
          <p:nvPr/>
        </p:nvSpPr>
        <p:spPr>
          <a:xfrm>
            <a:off x="457213" y="457323"/>
            <a:ext cx="482613" cy="749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499"/>
              </a:lnSpc>
            </a:pPr>
            <a:r>
              <a:rPr lang="en-US" altLang="ko-KR" sz="4199" b="1" kern="0" spc="-84">
                <a:solidFill>
                  <a:schemeClr val="bg1"/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4</a:t>
            </a:r>
            <a:endParaRPr lang="en-US" sz="4199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3"/>
          <p:cNvSpPr/>
          <p:nvPr/>
        </p:nvSpPr>
        <p:spPr>
          <a:xfrm>
            <a:off x="2220418" y="457323"/>
            <a:ext cx="2515874" cy="749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499"/>
              </a:lnSpc>
            </a:pPr>
            <a:r>
              <a:rPr lang="en-US" sz="4199" b="1" kern="0" spc="-84">
                <a:solidFill>
                  <a:schemeClr val="bg1"/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Icons</a:t>
            </a:r>
            <a:endParaRPr lang="en-US" sz="4199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0066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 1">
            <a:extLst>
              <a:ext uri="{FF2B5EF4-FFF2-40B4-BE49-F238E27FC236}">
                <a16:creationId xmlns:a16="http://schemas.microsoft.com/office/drawing/2014/main" id="{B27E2E81-6659-3749-8E57-B12E06A83E9A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sz="90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15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9" name="Shape 2">
            <a:extLst>
              <a:ext uri="{FF2B5EF4-FFF2-40B4-BE49-F238E27FC236}">
                <a16:creationId xmlns:a16="http://schemas.microsoft.com/office/drawing/2014/main" id="{947DDBF1-497A-ED49-9D84-55DF215C2C7D}"/>
              </a:ext>
            </a:extLst>
          </p:cNvPr>
          <p:cNvSpPr/>
          <p:nvPr/>
        </p:nvSpPr>
        <p:spPr>
          <a:xfrm>
            <a:off x="381011" y="381298"/>
            <a:ext cx="2724224" cy="438107"/>
          </a:xfrm>
          <a:prstGeom prst="rect">
            <a:avLst/>
          </a:prstGeom>
          <a:noFill/>
          <a:ln/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495B0A6-0861-D846-80C8-09618EAAF6FD}"/>
              </a:ext>
            </a:extLst>
          </p:cNvPr>
          <p:cNvSpPr/>
          <p:nvPr/>
        </p:nvSpPr>
        <p:spPr>
          <a:xfrm>
            <a:off x="389203" y="2307010"/>
            <a:ext cx="1944000" cy="900000"/>
          </a:xfrm>
          <a:prstGeom prst="rect">
            <a:avLst/>
          </a:prstGeom>
          <a:noFill/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FBD006-EE7B-3E4B-BCEB-008709687BB6}"/>
              </a:ext>
            </a:extLst>
          </p:cNvPr>
          <p:cNvSpPr txBox="1"/>
          <p:nvPr/>
        </p:nvSpPr>
        <p:spPr>
          <a:xfrm>
            <a:off x="697366" y="2335558"/>
            <a:ext cx="8322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NHN Cloud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38FC45A-C095-6541-B935-782A5B883CF9}"/>
              </a:ext>
            </a:extLst>
          </p:cNvPr>
          <p:cNvSpPr/>
          <p:nvPr/>
        </p:nvSpPr>
        <p:spPr>
          <a:xfrm>
            <a:off x="2511240" y="4400191"/>
            <a:ext cx="1944000" cy="883376"/>
          </a:xfrm>
          <a:prstGeom prst="rect">
            <a:avLst/>
          </a:prstGeom>
          <a:noFill/>
          <a:ln w="12700" cap="sq">
            <a:solidFill>
              <a:srgbClr val="B28FD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1A3E64-222C-F640-AFEE-9E8CA69751FB}"/>
              </a:ext>
            </a:extLst>
          </p:cNvPr>
          <p:cNvSpPr txBox="1"/>
          <p:nvPr/>
        </p:nvSpPr>
        <p:spPr>
          <a:xfrm>
            <a:off x="2511634" y="4410502"/>
            <a:ext cx="11144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Availability Zone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EBCB41AD-6C8B-774E-960B-8474DE640EC6}"/>
              </a:ext>
            </a:extLst>
          </p:cNvPr>
          <p:cNvSpPr/>
          <p:nvPr/>
        </p:nvSpPr>
        <p:spPr>
          <a:xfrm>
            <a:off x="400710" y="4398808"/>
            <a:ext cx="1944000" cy="900000"/>
          </a:xfrm>
          <a:prstGeom prst="rect">
            <a:avLst/>
          </a:prstGeom>
          <a:noFill/>
          <a:ln w="12700">
            <a:solidFill>
              <a:srgbClr val="EE97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7EADDC2-B2B6-1443-AA18-7648A012A619}"/>
              </a:ext>
            </a:extLst>
          </p:cNvPr>
          <p:cNvSpPr txBox="1"/>
          <p:nvPr/>
        </p:nvSpPr>
        <p:spPr>
          <a:xfrm>
            <a:off x="403139" y="4410481"/>
            <a:ext cx="10999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Security Groups</a:t>
            </a:r>
            <a:endParaRPr lang="en-US" altLang="ko-KR" sz="100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977A3276-9B06-A742-B2BD-0128E7B09B91}"/>
              </a:ext>
            </a:extLst>
          </p:cNvPr>
          <p:cNvSpPr/>
          <p:nvPr/>
        </p:nvSpPr>
        <p:spPr>
          <a:xfrm>
            <a:off x="389203" y="5427533"/>
            <a:ext cx="1944000" cy="900000"/>
          </a:xfrm>
          <a:prstGeom prst="rect">
            <a:avLst/>
          </a:prstGeom>
          <a:noFill/>
          <a:ln w="12700" cap="sq">
            <a:solidFill>
              <a:srgbClr val="DDDDD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505A636-2E50-4F45-99E5-2B99ADCA7A2C}"/>
              </a:ext>
            </a:extLst>
          </p:cNvPr>
          <p:cNvSpPr txBox="1"/>
          <p:nvPr/>
        </p:nvSpPr>
        <p:spPr>
          <a:xfrm>
            <a:off x="404963" y="5436070"/>
            <a:ext cx="10214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Generic Group</a:t>
            </a:r>
            <a:endParaRPr lang="en-US" altLang="ko-KR" sz="100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9EFE4C01-F954-7143-A956-3A9328BB18F6}"/>
              </a:ext>
            </a:extLst>
          </p:cNvPr>
          <p:cNvSpPr/>
          <p:nvPr/>
        </p:nvSpPr>
        <p:spPr>
          <a:xfrm>
            <a:off x="2518012" y="5427533"/>
            <a:ext cx="1944000" cy="900000"/>
          </a:xfrm>
          <a:prstGeom prst="rect">
            <a:avLst/>
          </a:prstGeom>
          <a:noFill/>
          <a:ln w="12700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72B0B63-2182-484F-998E-A8D8AF6025BB}"/>
              </a:ext>
            </a:extLst>
          </p:cNvPr>
          <p:cNvSpPr txBox="1"/>
          <p:nvPr/>
        </p:nvSpPr>
        <p:spPr>
          <a:xfrm>
            <a:off x="2518011" y="5445413"/>
            <a:ext cx="10214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Generic Group</a:t>
            </a:r>
            <a:endParaRPr lang="en-US" altLang="ko-KR" sz="100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Shape 2">
            <a:extLst>
              <a:ext uri="{FF2B5EF4-FFF2-40B4-BE49-F238E27FC236}">
                <a16:creationId xmlns:a16="http://schemas.microsoft.com/office/drawing/2014/main" id="{F95CC7E7-1B86-EF4E-ACCE-FC5BBEBA5324}"/>
              </a:ext>
            </a:extLst>
          </p:cNvPr>
          <p:cNvSpPr/>
          <p:nvPr/>
        </p:nvSpPr>
        <p:spPr>
          <a:xfrm>
            <a:off x="381011" y="381298"/>
            <a:ext cx="2724224" cy="438107"/>
          </a:xfrm>
          <a:prstGeom prst="rect">
            <a:avLst/>
          </a:prstGeom>
          <a:noFill/>
          <a:ln/>
        </p:spPr>
      </p:sp>
      <p:sp>
        <p:nvSpPr>
          <p:cNvPr id="123" name="Text 3">
            <a:extLst>
              <a:ext uri="{FF2B5EF4-FFF2-40B4-BE49-F238E27FC236}">
                <a16:creationId xmlns:a16="http://schemas.microsoft.com/office/drawing/2014/main" id="{7EB0B21D-A97C-314D-AC36-60214D4D9A59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124" name="Text 4">
            <a:extLst>
              <a:ext uri="{FF2B5EF4-FFF2-40B4-BE49-F238E27FC236}">
                <a16:creationId xmlns:a16="http://schemas.microsoft.com/office/drawing/2014/main" id="{F509B705-812C-BD4E-9924-229857B86B88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Groups</a:t>
            </a:r>
            <a:endParaRPr 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595B210D-28C4-6449-81CB-2971534F2684}"/>
              </a:ext>
            </a:extLst>
          </p:cNvPr>
          <p:cNvSpPr/>
          <p:nvPr/>
        </p:nvSpPr>
        <p:spPr>
          <a:xfrm>
            <a:off x="8917825" y="3339481"/>
            <a:ext cx="1944000" cy="900000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3953D41-58AA-7649-B7E3-3D185ED1C4A7}"/>
              </a:ext>
            </a:extLst>
          </p:cNvPr>
          <p:cNvSpPr txBox="1"/>
          <p:nvPr/>
        </p:nvSpPr>
        <p:spPr>
          <a:xfrm>
            <a:off x="9230057" y="3354504"/>
            <a:ext cx="11063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Server Contents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9AED370A-205C-AB43-A851-42A87190A7CB}"/>
              </a:ext>
            </a:extLst>
          </p:cNvPr>
          <p:cNvSpPr/>
          <p:nvPr/>
        </p:nvSpPr>
        <p:spPr>
          <a:xfrm>
            <a:off x="6782911" y="3338616"/>
            <a:ext cx="1944000" cy="900000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E0E1B09-9DA7-EC40-8C37-EA0A529176DB}"/>
              </a:ext>
            </a:extLst>
          </p:cNvPr>
          <p:cNvSpPr txBox="1"/>
          <p:nvPr/>
        </p:nvSpPr>
        <p:spPr>
          <a:xfrm>
            <a:off x="7070260" y="3351921"/>
            <a:ext cx="133722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NHN Cloud Member</a:t>
            </a:r>
            <a:endParaRPr lang="en-US" altLang="ko-KR" sz="100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583FC421-B51B-7A4D-A2C5-A9BEFDE41CDF}"/>
              </a:ext>
            </a:extLst>
          </p:cNvPr>
          <p:cNvSpPr/>
          <p:nvPr/>
        </p:nvSpPr>
        <p:spPr>
          <a:xfrm>
            <a:off x="6775804" y="2300497"/>
            <a:ext cx="1944000" cy="900000"/>
          </a:xfrm>
          <a:prstGeom prst="rect">
            <a:avLst/>
          </a:prstGeom>
          <a:noFill/>
          <a:ln w="12700"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49CC8E7-185E-5D4F-957D-3B3E6E43FDA3}"/>
              </a:ext>
            </a:extLst>
          </p:cNvPr>
          <p:cNvSpPr txBox="1"/>
          <p:nvPr/>
        </p:nvSpPr>
        <p:spPr>
          <a:xfrm>
            <a:off x="7080604" y="2307010"/>
            <a:ext cx="11592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On-Premise/IDC/</a:t>
            </a:r>
          </a:p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Co-lo Zone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5EC2F98-D459-7C44-94F6-B10C125DA7FA}"/>
              </a:ext>
            </a:extLst>
          </p:cNvPr>
          <p:cNvSpPr/>
          <p:nvPr/>
        </p:nvSpPr>
        <p:spPr>
          <a:xfrm>
            <a:off x="4644473" y="2309212"/>
            <a:ext cx="1944000" cy="900000"/>
          </a:xfrm>
          <a:prstGeom prst="rect">
            <a:avLst/>
          </a:prstGeom>
          <a:noFill/>
          <a:ln w="12700"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A35339-8CF7-0749-82C6-CC30B287F156}"/>
              </a:ext>
            </a:extLst>
          </p:cNvPr>
          <p:cNvSpPr txBox="1"/>
          <p:nvPr/>
        </p:nvSpPr>
        <p:spPr>
          <a:xfrm>
            <a:off x="4950079" y="2332468"/>
            <a:ext cx="5822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Project</a:t>
            </a:r>
            <a:endParaRPr lang="en-US" altLang="ko-KR" sz="100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BA473B4-814A-4947-98BD-28151F5BC00C}"/>
              </a:ext>
            </a:extLst>
          </p:cNvPr>
          <p:cNvSpPr/>
          <p:nvPr/>
        </p:nvSpPr>
        <p:spPr>
          <a:xfrm>
            <a:off x="2519194" y="2309891"/>
            <a:ext cx="1944000" cy="900000"/>
          </a:xfrm>
          <a:prstGeom prst="rect">
            <a:avLst/>
          </a:prstGeom>
          <a:noFill/>
          <a:ln w="12700"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AEF582-37A1-3840-ADA1-F271C209445B}"/>
              </a:ext>
            </a:extLst>
          </p:cNvPr>
          <p:cNvSpPr txBox="1"/>
          <p:nvPr/>
        </p:nvSpPr>
        <p:spPr>
          <a:xfrm>
            <a:off x="2827848" y="2338439"/>
            <a:ext cx="9076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Organization</a:t>
            </a:r>
            <a:endParaRPr lang="en-US" altLang="ko-KR" sz="100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980AFF6F-47A5-D848-8E21-5166CDEE3A33}"/>
              </a:ext>
            </a:extLst>
          </p:cNvPr>
          <p:cNvSpPr/>
          <p:nvPr/>
        </p:nvSpPr>
        <p:spPr>
          <a:xfrm>
            <a:off x="4647780" y="4402746"/>
            <a:ext cx="1944000" cy="883376"/>
          </a:xfrm>
          <a:prstGeom prst="rect">
            <a:avLst/>
          </a:prstGeom>
          <a:noFill/>
          <a:ln w="12700" cap="sq">
            <a:solidFill>
              <a:srgbClr val="125CE7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0A5D88AC-54C9-F248-8035-067154561293}"/>
              </a:ext>
            </a:extLst>
          </p:cNvPr>
          <p:cNvSpPr txBox="1"/>
          <p:nvPr/>
        </p:nvSpPr>
        <p:spPr>
          <a:xfrm>
            <a:off x="4989640" y="4698841"/>
            <a:ext cx="12891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Auto Scaling Group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9370F24-4193-E647-BF7D-BAFBE8FCBCFB}"/>
              </a:ext>
            </a:extLst>
          </p:cNvPr>
          <p:cNvSpPr/>
          <p:nvPr/>
        </p:nvSpPr>
        <p:spPr>
          <a:xfrm>
            <a:off x="4647997" y="3340761"/>
            <a:ext cx="1944000" cy="900000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9035B4-490A-0C4E-9B8C-6C04158E62FC}"/>
              </a:ext>
            </a:extLst>
          </p:cNvPr>
          <p:cNvSpPr txBox="1"/>
          <p:nvPr/>
        </p:nvSpPr>
        <p:spPr>
          <a:xfrm>
            <a:off x="4962663" y="3369264"/>
            <a:ext cx="5870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Subnet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E7397ED-068B-F144-93D3-07060189C828}"/>
              </a:ext>
            </a:extLst>
          </p:cNvPr>
          <p:cNvSpPr/>
          <p:nvPr/>
        </p:nvSpPr>
        <p:spPr>
          <a:xfrm>
            <a:off x="380015" y="3340179"/>
            <a:ext cx="1944000" cy="900000"/>
          </a:xfrm>
          <a:prstGeom prst="rect">
            <a:avLst/>
          </a:prstGeom>
          <a:noFill/>
          <a:ln w="12700">
            <a:solidFill>
              <a:srgbClr val="9999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A38E11-44CD-AF4E-9C1D-441AA70D8034}"/>
              </a:ext>
            </a:extLst>
          </p:cNvPr>
          <p:cNvSpPr txBox="1"/>
          <p:nvPr/>
        </p:nvSpPr>
        <p:spPr>
          <a:xfrm>
            <a:off x="673373" y="3363435"/>
            <a:ext cx="5886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Region</a:t>
            </a:r>
            <a:endParaRPr lang="en-US" altLang="ko-KR" sz="100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49803EB-3F39-7443-9EFA-B8F1FE0133B3}"/>
              </a:ext>
            </a:extLst>
          </p:cNvPr>
          <p:cNvSpPr/>
          <p:nvPr/>
        </p:nvSpPr>
        <p:spPr>
          <a:xfrm>
            <a:off x="2513083" y="3338616"/>
            <a:ext cx="1944000" cy="900000"/>
          </a:xfrm>
          <a:prstGeom prst="rect">
            <a:avLst/>
          </a:prstGeom>
          <a:noFill/>
          <a:ln w="12700">
            <a:solidFill>
              <a:srgbClr val="99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9974584-5F01-4F46-A99F-FAA9A9FD6EC1}"/>
              </a:ext>
            </a:extLst>
          </p:cNvPr>
          <p:cNvSpPr txBox="1"/>
          <p:nvPr/>
        </p:nvSpPr>
        <p:spPr>
          <a:xfrm>
            <a:off x="2817227" y="3361952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VPC</a:t>
            </a:r>
            <a:endParaRPr lang="en-US" altLang="ko-KR" sz="100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963EF250-EC6A-BD4F-94D5-CE1A989588D9}"/>
              </a:ext>
            </a:extLst>
          </p:cNvPr>
          <p:cNvSpPr/>
          <p:nvPr/>
        </p:nvSpPr>
        <p:spPr>
          <a:xfrm>
            <a:off x="6781380" y="4379848"/>
            <a:ext cx="1944000" cy="900000"/>
          </a:xfrm>
          <a:prstGeom prst="rect">
            <a:avLst/>
          </a:prstGeom>
          <a:noFill/>
          <a:ln w="12700">
            <a:solidFill>
              <a:srgbClr val="125C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3" tIns="34287" rIns="68573" bIns="3428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012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73879C2-CD91-4142-A682-60338A7B9CEB}"/>
              </a:ext>
            </a:extLst>
          </p:cNvPr>
          <p:cNvSpPr txBox="1"/>
          <p:nvPr/>
        </p:nvSpPr>
        <p:spPr>
          <a:xfrm>
            <a:off x="7088246" y="4397728"/>
            <a:ext cx="12105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Instance Contents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F72BFB61-DFD7-72C2-380C-D14A4F89EA93}"/>
              </a:ext>
            </a:extLst>
          </p:cNvPr>
          <p:cNvGrpSpPr/>
          <p:nvPr/>
        </p:nvGrpSpPr>
        <p:grpSpPr>
          <a:xfrm>
            <a:off x="5467491" y="4393285"/>
            <a:ext cx="304576" cy="305066"/>
            <a:chOff x="5467491" y="4393285"/>
            <a:chExt cx="304576" cy="305066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A491C373-3577-124C-9E06-4D9624B233E5}"/>
                </a:ext>
              </a:extLst>
            </p:cNvPr>
            <p:cNvSpPr/>
            <p:nvPr/>
          </p:nvSpPr>
          <p:spPr>
            <a:xfrm>
              <a:off x="5467492" y="4393776"/>
              <a:ext cx="304575" cy="304575"/>
            </a:xfrm>
            <a:prstGeom prst="rect">
              <a:avLst/>
            </a:prstGeom>
            <a:solidFill>
              <a:srgbClr val="125CE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pic>
          <p:nvPicPr>
            <p:cNvPr id="50" name="그래픽 49">
              <a:extLst>
                <a:ext uri="{FF2B5EF4-FFF2-40B4-BE49-F238E27FC236}">
                  <a16:creationId xmlns:a16="http://schemas.microsoft.com/office/drawing/2014/main" id="{92EE0F1E-FB4F-864D-892B-A535473DDD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467491" y="4393285"/>
              <a:ext cx="304573" cy="304573"/>
            </a:xfrm>
            <a:prstGeom prst="rect">
              <a:avLst/>
            </a:prstGeom>
          </p:spPr>
        </p:pic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18E421C2-2A0B-9146-83B3-0971BC11DBC6}"/>
              </a:ext>
            </a:extLst>
          </p:cNvPr>
          <p:cNvSpPr txBox="1"/>
          <p:nvPr/>
        </p:nvSpPr>
        <p:spPr>
          <a:xfrm>
            <a:off x="303229" y="1694037"/>
            <a:ext cx="8322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NHN Cloud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그래픽 40">
            <a:extLst>
              <a:ext uri="{FF2B5EF4-FFF2-40B4-BE49-F238E27FC236}">
                <a16:creationId xmlns:a16="http://schemas.microsoft.com/office/drawing/2014/main" id="{827AA6E2-AD93-E2D6-235A-2DBC29C5DF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4568" y="1073453"/>
            <a:ext cx="609600" cy="609600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475146B8-ABAB-ED43-A6F5-D91098AC7487}"/>
              </a:ext>
            </a:extLst>
          </p:cNvPr>
          <p:cNvSpPr txBox="1"/>
          <p:nvPr/>
        </p:nvSpPr>
        <p:spPr>
          <a:xfrm>
            <a:off x="1231031" y="1694037"/>
            <a:ext cx="9076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Organization</a:t>
            </a:r>
            <a:endParaRPr lang="en-US" altLang="ko-KR" sz="10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3" name="그래픽 42">
            <a:extLst>
              <a:ext uri="{FF2B5EF4-FFF2-40B4-BE49-F238E27FC236}">
                <a16:creationId xmlns:a16="http://schemas.microsoft.com/office/drawing/2014/main" id="{889D7F7A-93F7-0F12-974B-E2BD656B1E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80041" y="1073453"/>
            <a:ext cx="609600" cy="609600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7AAFF435-19E3-C148-8B40-3723174431F1}"/>
              </a:ext>
            </a:extLst>
          </p:cNvPr>
          <p:cNvSpPr txBox="1"/>
          <p:nvPr/>
        </p:nvSpPr>
        <p:spPr>
          <a:xfrm>
            <a:off x="2337710" y="1694037"/>
            <a:ext cx="5822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>
                <a:solidFill>
                  <a:srgbClr val="222222"/>
                </a:solidFill>
                <a:latin typeface="Arial" panose="020B0604020202020204" pitchFamily="34" charset="0"/>
                <a:ea typeface="Pretendard Medium" pitchFamily="34" charset="-122"/>
                <a:cs typeface="Arial" panose="020B0604020202020204" pitchFamily="34" charset="0"/>
              </a:rPr>
              <a:t>Project</a:t>
            </a:r>
            <a:endParaRPr lang="en-US" altLang="ko-KR" sz="100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5" name="그래픽 44">
            <a:extLst>
              <a:ext uri="{FF2B5EF4-FFF2-40B4-BE49-F238E27FC236}">
                <a16:creationId xmlns:a16="http://schemas.microsoft.com/office/drawing/2014/main" id="{1A2C9B17-7984-21CA-6B6B-4EC5D11BBB1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24015" y="1073453"/>
            <a:ext cx="609600" cy="609600"/>
          </a:xfrm>
          <a:prstGeom prst="rect">
            <a:avLst/>
          </a:prstGeom>
        </p:spPr>
      </p:pic>
      <p:pic>
        <p:nvPicPr>
          <p:cNvPr id="60" name="그래픽 59">
            <a:extLst>
              <a:ext uri="{FF2B5EF4-FFF2-40B4-BE49-F238E27FC236}">
                <a16:creationId xmlns:a16="http://schemas.microsoft.com/office/drawing/2014/main" id="{EB21D208-8FCD-5E1B-801E-2204C08E7F6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8832" y="2300609"/>
            <a:ext cx="304800" cy="304800"/>
          </a:xfrm>
          <a:prstGeom prst="rect">
            <a:avLst/>
          </a:prstGeom>
        </p:spPr>
      </p:pic>
      <p:pic>
        <p:nvPicPr>
          <p:cNvPr id="64" name="그래픽 63">
            <a:extLst>
              <a:ext uri="{FF2B5EF4-FFF2-40B4-BE49-F238E27FC236}">
                <a16:creationId xmlns:a16="http://schemas.microsoft.com/office/drawing/2014/main" id="{980C501B-E181-1529-9B78-B78F9AF79AA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78979" y="3334243"/>
            <a:ext cx="304800" cy="304800"/>
          </a:xfrm>
          <a:prstGeom prst="rect">
            <a:avLst/>
          </a:prstGeom>
        </p:spPr>
      </p:pic>
      <p:pic>
        <p:nvPicPr>
          <p:cNvPr id="68" name="그래픽 67">
            <a:extLst>
              <a:ext uri="{FF2B5EF4-FFF2-40B4-BE49-F238E27FC236}">
                <a16:creationId xmlns:a16="http://schemas.microsoft.com/office/drawing/2014/main" id="{C0717464-98D3-E8D9-46B1-3D11E07823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69752" y="2296000"/>
            <a:ext cx="304800" cy="3048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9B9AF45D-E43B-3C0E-1852-32969FAFB87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514482" y="2307010"/>
            <a:ext cx="304800" cy="304800"/>
          </a:xfrm>
          <a:prstGeom prst="rect">
            <a:avLst/>
          </a:prstGeom>
        </p:spPr>
      </p:pic>
      <p:pic>
        <p:nvPicPr>
          <p:cNvPr id="74" name="그래픽 73">
            <a:extLst>
              <a:ext uri="{FF2B5EF4-FFF2-40B4-BE49-F238E27FC236}">
                <a16:creationId xmlns:a16="http://schemas.microsoft.com/office/drawing/2014/main" id="{F22AA48C-8381-26A8-E5D4-046B2C93FBD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644374" y="3335441"/>
            <a:ext cx="304800" cy="304800"/>
          </a:xfrm>
          <a:prstGeom prst="rect">
            <a:avLst/>
          </a:prstGeom>
        </p:spPr>
      </p:pic>
      <p:pic>
        <p:nvPicPr>
          <p:cNvPr id="76" name="그래픽 75">
            <a:extLst>
              <a:ext uri="{FF2B5EF4-FFF2-40B4-BE49-F238E27FC236}">
                <a16:creationId xmlns:a16="http://schemas.microsoft.com/office/drawing/2014/main" id="{2D89CF11-4403-72A9-6B68-F2466794548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914555" y="3337418"/>
            <a:ext cx="304800" cy="304800"/>
          </a:xfrm>
          <a:prstGeom prst="rect">
            <a:avLst/>
          </a:prstGeom>
        </p:spPr>
      </p:pic>
      <p:pic>
        <p:nvPicPr>
          <p:cNvPr id="79" name="그래픽 78">
            <a:extLst>
              <a:ext uri="{FF2B5EF4-FFF2-40B4-BE49-F238E27FC236}">
                <a16:creationId xmlns:a16="http://schemas.microsoft.com/office/drawing/2014/main" id="{031BD6D1-49C1-28D4-1165-E818C770F96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638024" y="2307010"/>
            <a:ext cx="304800" cy="304800"/>
          </a:xfrm>
          <a:prstGeom prst="rect">
            <a:avLst/>
          </a:prstGeom>
        </p:spPr>
      </p:pic>
      <p:pic>
        <p:nvPicPr>
          <p:cNvPr id="82" name="그래픽 81">
            <a:extLst>
              <a:ext uri="{FF2B5EF4-FFF2-40B4-BE49-F238E27FC236}">
                <a16:creationId xmlns:a16="http://schemas.microsoft.com/office/drawing/2014/main" id="{943C9CC2-465A-D464-03F8-0C51806E1D7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71119" y="3332662"/>
            <a:ext cx="304800" cy="304800"/>
          </a:xfrm>
          <a:prstGeom prst="rect">
            <a:avLst/>
          </a:prstGeom>
        </p:spPr>
      </p:pic>
      <p:pic>
        <p:nvPicPr>
          <p:cNvPr id="85" name="그래픽 84">
            <a:extLst>
              <a:ext uri="{FF2B5EF4-FFF2-40B4-BE49-F238E27FC236}">
                <a16:creationId xmlns:a16="http://schemas.microsoft.com/office/drawing/2014/main" id="{2C7C0B18-404A-B4AB-2234-3556E6589C7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507494" y="3336799"/>
            <a:ext cx="304800" cy="304800"/>
          </a:xfrm>
          <a:prstGeom prst="rect">
            <a:avLst/>
          </a:prstGeom>
        </p:spPr>
      </p:pic>
      <p:grpSp>
        <p:nvGrpSpPr>
          <p:cNvPr id="94" name="그룹 93">
            <a:extLst>
              <a:ext uri="{FF2B5EF4-FFF2-40B4-BE49-F238E27FC236}">
                <a16:creationId xmlns:a16="http://schemas.microsoft.com/office/drawing/2014/main" id="{2BC90A18-7FEB-FE6E-22CC-4E8F2443E356}"/>
              </a:ext>
            </a:extLst>
          </p:cNvPr>
          <p:cNvGrpSpPr/>
          <p:nvPr/>
        </p:nvGrpSpPr>
        <p:grpSpPr>
          <a:xfrm>
            <a:off x="6782944" y="4375283"/>
            <a:ext cx="307568" cy="304575"/>
            <a:chOff x="6773036" y="4374900"/>
            <a:chExt cx="307568" cy="304575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3301852A-F720-CD40-8C68-D395F3F15C37}"/>
                </a:ext>
              </a:extLst>
            </p:cNvPr>
            <p:cNvSpPr/>
            <p:nvPr/>
          </p:nvSpPr>
          <p:spPr>
            <a:xfrm>
              <a:off x="6776029" y="4374900"/>
              <a:ext cx="304575" cy="304575"/>
            </a:xfrm>
            <a:prstGeom prst="rect">
              <a:avLst/>
            </a:prstGeom>
            <a:solidFill>
              <a:srgbClr val="125CE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pic>
          <p:nvPicPr>
            <p:cNvPr id="89" name="그래픽 88">
              <a:extLst>
                <a:ext uri="{FF2B5EF4-FFF2-40B4-BE49-F238E27FC236}">
                  <a16:creationId xmlns:a16="http://schemas.microsoft.com/office/drawing/2014/main" id="{8283B63A-81D9-B50B-5CCD-0A9903148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6773036" y="4374900"/>
              <a:ext cx="304574" cy="3045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37613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직사각형 45">
            <a:extLst>
              <a:ext uri="{FF2B5EF4-FFF2-40B4-BE49-F238E27FC236}">
                <a16:creationId xmlns:a16="http://schemas.microsoft.com/office/drawing/2014/main" id="{6905827E-97DA-3342-84BD-DB732C9FDD36}"/>
              </a:ext>
            </a:extLst>
          </p:cNvPr>
          <p:cNvSpPr/>
          <p:nvPr/>
        </p:nvSpPr>
        <p:spPr>
          <a:xfrm>
            <a:off x="8124715" y="-2"/>
            <a:ext cx="4067285" cy="6858001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/>
              <a:t>NHN Cloud Member -&gt; NHN Cloud </a:t>
            </a:r>
            <a:r>
              <a:rPr kumimoji="1" lang="ko-KR" altLang="en-US"/>
              <a:t>계정</a:t>
            </a:r>
          </a:p>
          <a:p>
            <a:pPr algn="ctr"/>
            <a:r>
              <a:rPr kumimoji="1" lang="en-US" altLang="ko-KR"/>
              <a:t>IAM Member -&gt; IAM </a:t>
            </a:r>
            <a:r>
              <a:rPr kumimoji="1" lang="ko-KR" altLang="en-US"/>
              <a:t>계정</a:t>
            </a:r>
          </a:p>
          <a:p>
            <a:pPr algn="ctr"/>
            <a:endParaRPr kumimoji="1" lang="ko-KR" altLang="en-US"/>
          </a:p>
          <a:p>
            <a:pPr algn="ctr"/>
            <a:r>
              <a:rPr kumimoji="1" lang="ko-KR" altLang="en-US"/>
              <a:t>위의 용어 변경은 현재 논의중으로 확정 후 적용하겠습니다</a:t>
            </a:r>
            <a:r>
              <a:rPr kumimoji="1" lang="en-US" altLang="ko-KR"/>
              <a:t>.</a:t>
            </a:r>
            <a:endParaRPr kumimoji="1" lang="en-US" altLang="ko-KR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09CA821-21FC-7B4B-A2A0-44A5160F5215}"/>
              </a:ext>
            </a:extLst>
          </p:cNvPr>
          <p:cNvSpPr/>
          <p:nvPr/>
        </p:nvSpPr>
        <p:spPr>
          <a:xfrm>
            <a:off x="-7855" y="-3"/>
            <a:ext cx="4067285" cy="6858001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73" name="Text 1">
            <a:extLst>
              <a:ext uri="{FF2B5EF4-FFF2-40B4-BE49-F238E27FC236}">
                <a16:creationId xmlns:a16="http://schemas.microsoft.com/office/drawing/2014/main" id="{B27E2E81-6659-3749-8E57-B12E06A83E9A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16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9" name="Shape 2">
            <a:extLst>
              <a:ext uri="{FF2B5EF4-FFF2-40B4-BE49-F238E27FC236}">
                <a16:creationId xmlns:a16="http://schemas.microsoft.com/office/drawing/2014/main" id="{947DDBF1-497A-ED49-9D84-55DF215C2C7D}"/>
              </a:ext>
            </a:extLst>
          </p:cNvPr>
          <p:cNvSpPr/>
          <p:nvPr/>
        </p:nvSpPr>
        <p:spPr>
          <a:xfrm>
            <a:off x="381011" y="381298"/>
            <a:ext cx="2724224" cy="438107"/>
          </a:xfrm>
          <a:prstGeom prst="rect">
            <a:avLst/>
          </a:prstGeom>
          <a:noFill/>
          <a:ln/>
        </p:spPr>
      </p:sp>
      <p:sp>
        <p:nvSpPr>
          <p:cNvPr id="122" name="Shape 2">
            <a:extLst>
              <a:ext uri="{FF2B5EF4-FFF2-40B4-BE49-F238E27FC236}">
                <a16:creationId xmlns:a16="http://schemas.microsoft.com/office/drawing/2014/main" id="{F95CC7E7-1B86-EF4E-ACCE-FC5BBEBA5324}"/>
              </a:ext>
            </a:extLst>
          </p:cNvPr>
          <p:cNvSpPr/>
          <p:nvPr/>
        </p:nvSpPr>
        <p:spPr>
          <a:xfrm>
            <a:off x="381011" y="381298"/>
            <a:ext cx="2724224" cy="438107"/>
          </a:xfrm>
          <a:prstGeom prst="rect">
            <a:avLst/>
          </a:prstGeom>
          <a:noFill/>
          <a:ln/>
        </p:spPr>
      </p:sp>
      <p:sp>
        <p:nvSpPr>
          <p:cNvPr id="123" name="Text 3">
            <a:extLst>
              <a:ext uri="{FF2B5EF4-FFF2-40B4-BE49-F238E27FC236}">
                <a16:creationId xmlns:a16="http://schemas.microsoft.com/office/drawing/2014/main" id="{7EB0B21D-A97C-314D-AC36-60214D4D9A59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/>
          </a:p>
        </p:txBody>
      </p:sp>
      <p:sp>
        <p:nvSpPr>
          <p:cNvPr id="124" name="Text 4">
            <a:extLst>
              <a:ext uri="{FF2B5EF4-FFF2-40B4-BE49-F238E27FC236}">
                <a16:creationId xmlns:a16="http://schemas.microsoft.com/office/drawing/2014/main" id="{F509B705-812C-BD4E-9924-229857B86B88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Arrows</a:t>
            </a:r>
            <a:endParaRPr 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8" name="Text 1">
            <a:extLst>
              <a:ext uri="{FF2B5EF4-FFF2-40B4-BE49-F238E27FC236}">
                <a16:creationId xmlns:a16="http://schemas.microsoft.com/office/drawing/2014/main" id="{BBF63200-09B2-B640-B3AE-C743AEF45FA8}"/>
              </a:ext>
            </a:extLst>
          </p:cNvPr>
          <p:cNvSpPr/>
          <p:nvPr/>
        </p:nvSpPr>
        <p:spPr>
          <a:xfrm>
            <a:off x="1349411" y="1842547"/>
            <a:ext cx="1358937" cy="36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4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Primary</a:t>
            </a:r>
            <a:r>
              <a:rPr lang="en-US" sz="1400" dirty="0">
                <a:solidFill>
                  <a:srgbClr val="333333">
                    <a:alpha val="100000"/>
                  </a:srgbClr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 Path</a:t>
            </a:r>
            <a:endParaRPr lang="en-US" sz="1400" dirty="0"/>
          </a:p>
        </p:txBody>
      </p:sp>
      <p:sp>
        <p:nvSpPr>
          <p:cNvPr id="152" name="Text 1">
            <a:extLst>
              <a:ext uri="{FF2B5EF4-FFF2-40B4-BE49-F238E27FC236}">
                <a16:creationId xmlns:a16="http://schemas.microsoft.com/office/drawing/2014/main" id="{F024741B-6582-C248-836F-39FF4C718351}"/>
              </a:ext>
            </a:extLst>
          </p:cNvPr>
          <p:cNvSpPr/>
          <p:nvPr/>
        </p:nvSpPr>
        <p:spPr>
          <a:xfrm>
            <a:off x="5416698" y="1842547"/>
            <a:ext cx="1358937" cy="36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400"/>
              </a:lnSpc>
            </a:pPr>
            <a:r>
              <a:rPr lang="en-US" sz="1400" dirty="0">
                <a:solidFill>
                  <a:srgbClr val="333333">
                    <a:alpha val="100000"/>
                  </a:srgbClr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Secondary Path</a:t>
            </a:r>
            <a:endParaRPr lang="en-US" sz="1400" dirty="0"/>
          </a:p>
        </p:txBody>
      </p:sp>
      <p:sp>
        <p:nvSpPr>
          <p:cNvPr id="153" name="Text 1">
            <a:extLst>
              <a:ext uri="{FF2B5EF4-FFF2-40B4-BE49-F238E27FC236}">
                <a16:creationId xmlns:a16="http://schemas.microsoft.com/office/drawing/2014/main" id="{3E67B350-6345-6C43-B121-4DD8EF99ED24}"/>
              </a:ext>
            </a:extLst>
          </p:cNvPr>
          <p:cNvSpPr/>
          <p:nvPr/>
        </p:nvSpPr>
        <p:spPr>
          <a:xfrm>
            <a:off x="9369680" y="1842547"/>
            <a:ext cx="1358937" cy="36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400"/>
              </a:lnSpc>
            </a:pPr>
            <a:r>
              <a:rPr lang="en-US" sz="1400" dirty="0">
                <a:solidFill>
                  <a:srgbClr val="333333">
                    <a:alpha val="100000"/>
                  </a:srgbClr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Success Status</a:t>
            </a:r>
            <a:endParaRPr lang="en-US" sz="1400" dirty="0"/>
          </a:p>
        </p:txBody>
      </p: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id="{7A574EAE-E3C2-BA4E-92D8-73918BC7ACA3}"/>
              </a:ext>
            </a:extLst>
          </p:cNvPr>
          <p:cNvCxnSpPr/>
          <p:nvPr/>
        </p:nvCxnSpPr>
        <p:spPr>
          <a:xfrm>
            <a:off x="1053627" y="2621510"/>
            <a:ext cx="1944319" cy="0"/>
          </a:xfrm>
          <a:prstGeom prst="line">
            <a:avLst/>
          </a:prstGeom>
          <a:ln w="12700">
            <a:solidFill>
              <a:srgbClr val="55555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[R] 40">
            <a:extLst>
              <a:ext uri="{FF2B5EF4-FFF2-40B4-BE49-F238E27FC236}">
                <a16:creationId xmlns:a16="http://schemas.microsoft.com/office/drawing/2014/main" id="{8892563D-02A6-DA4E-BC75-49B66BEACA0F}"/>
              </a:ext>
            </a:extLst>
          </p:cNvPr>
          <p:cNvCxnSpPr/>
          <p:nvPr/>
        </p:nvCxnSpPr>
        <p:spPr>
          <a:xfrm>
            <a:off x="1053627" y="2931071"/>
            <a:ext cx="1944319" cy="0"/>
          </a:xfrm>
          <a:prstGeom prst="line">
            <a:avLst/>
          </a:prstGeom>
          <a:ln w="12700">
            <a:solidFill>
              <a:srgbClr val="555555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[R] 41">
            <a:extLst>
              <a:ext uri="{FF2B5EF4-FFF2-40B4-BE49-F238E27FC236}">
                <a16:creationId xmlns:a16="http://schemas.microsoft.com/office/drawing/2014/main" id="{43113F75-94EC-D842-B6D1-1D5B8251E9FA}"/>
              </a:ext>
            </a:extLst>
          </p:cNvPr>
          <p:cNvCxnSpPr/>
          <p:nvPr/>
        </p:nvCxnSpPr>
        <p:spPr>
          <a:xfrm>
            <a:off x="1053627" y="3240632"/>
            <a:ext cx="1944319" cy="0"/>
          </a:xfrm>
          <a:prstGeom prst="line">
            <a:avLst/>
          </a:prstGeom>
          <a:ln w="12700">
            <a:solidFill>
              <a:srgbClr val="555555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[R] 42">
            <a:extLst>
              <a:ext uri="{FF2B5EF4-FFF2-40B4-BE49-F238E27FC236}">
                <a16:creationId xmlns:a16="http://schemas.microsoft.com/office/drawing/2014/main" id="{866ABDAB-0809-1D4D-B5A1-68D79E4C53F6}"/>
              </a:ext>
            </a:extLst>
          </p:cNvPr>
          <p:cNvCxnSpPr/>
          <p:nvPr/>
        </p:nvCxnSpPr>
        <p:spPr>
          <a:xfrm>
            <a:off x="1053627" y="3550193"/>
            <a:ext cx="1944319" cy="0"/>
          </a:xfrm>
          <a:prstGeom prst="line">
            <a:avLst/>
          </a:prstGeom>
          <a:ln w="12700">
            <a:solidFill>
              <a:srgbClr val="555555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[R] 46">
            <a:extLst>
              <a:ext uri="{FF2B5EF4-FFF2-40B4-BE49-F238E27FC236}">
                <a16:creationId xmlns:a16="http://schemas.microsoft.com/office/drawing/2014/main" id="{1BA6F448-943C-6747-9AA2-18FF8FC19CB8}"/>
              </a:ext>
            </a:extLst>
          </p:cNvPr>
          <p:cNvCxnSpPr/>
          <p:nvPr/>
        </p:nvCxnSpPr>
        <p:spPr>
          <a:xfrm>
            <a:off x="1053627" y="3869276"/>
            <a:ext cx="1944319" cy="0"/>
          </a:xfrm>
          <a:prstGeom prst="line">
            <a:avLst/>
          </a:prstGeom>
          <a:ln w="12700">
            <a:solidFill>
              <a:srgbClr val="555555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[R] 47">
            <a:extLst>
              <a:ext uri="{FF2B5EF4-FFF2-40B4-BE49-F238E27FC236}">
                <a16:creationId xmlns:a16="http://schemas.microsoft.com/office/drawing/2014/main" id="{DC5AE96D-2C82-944C-88F1-3D5FCF0C0740}"/>
              </a:ext>
            </a:extLst>
          </p:cNvPr>
          <p:cNvCxnSpPr/>
          <p:nvPr/>
        </p:nvCxnSpPr>
        <p:spPr>
          <a:xfrm>
            <a:off x="1053627" y="4178835"/>
            <a:ext cx="1944319" cy="0"/>
          </a:xfrm>
          <a:prstGeom prst="line">
            <a:avLst/>
          </a:prstGeom>
          <a:ln w="12700">
            <a:solidFill>
              <a:srgbClr val="555555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[R] 58">
            <a:extLst>
              <a:ext uri="{FF2B5EF4-FFF2-40B4-BE49-F238E27FC236}">
                <a16:creationId xmlns:a16="http://schemas.microsoft.com/office/drawing/2014/main" id="{C409EC50-BCB1-A740-9425-27809DF67D55}"/>
              </a:ext>
            </a:extLst>
          </p:cNvPr>
          <p:cNvCxnSpPr/>
          <p:nvPr/>
        </p:nvCxnSpPr>
        <p:spPr>
          <a:xfrm>
            <a:off x="5118912" y="2621510"/>
            <a:ext cx="1944319" cy="0"/>
          </a:xfrm>
          <a:prstGeom prst="line">
            <a:avLst/>
          </a:prstGeom>
          <a:ln w="12700">
            <a:solidFill>
              <a:srgbClr val="9999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[R] 59">
            <a:extLst>
              <a:ext uri="{FF2B5EF4-FFF2-40B4-BE49-F238E27FC236}">
                <a16:creationId xmlns:a16="http://schemas.microsoft.com/office/drawing/2014/main" id="{0B0991C2-084B-934C-BCB2-5F4890BFD7E7}"/>
              </a:ext>
            </a:extLst>
          </p:cNvPr>
          <p:cNvCxnSpPr/>
          <p:nvPr/>
        </p:nvCxnSpPr>
        <p:spPr>
          <a:xfrm>
            <a:off x="5118912" y="2931071"/>
            <a:ext cx="1944319" cy="0"/>
          </a:xfrm>
          <a:prstGeom prst="line">
            <a:avLst/>
          </a:prstGeom>
          <a:ln w="12700">
            <a:solidFill>
              <a:srgbClr val="999999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[R] 60">
            <a:extLst>
              <a:ext uri="{FF2B5EF4-FFF2-40B4-BE49-F238E27FC236}">
                <a16:creationId xmlns:a16="http://schemas.microsoft.com/office/drawing/2014/main" id="{E96E9222-9660-9540-9794-D59DB4DA539D}"/>
              </a:ext>
            </a:extLst>
          </p:cNvPr>
          <p:cNvCxnSpPr/>
          <p:nvPr/>
        </p:nvCxnSpPr>
        <p:spPr>
          <a:xfrm>
            <a:off x="5079701" y="3240632"/>
            <a:ext cx="1944319" cy="0"/>
          </a:xfrm>
          <a:prstGeom prst="line">
            <a:avLst/>
          </a:prstGeom>
          <a:ln w="12700">
            <a:solidFill>
              <a:srgbClr val="999999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[R] 61">
            <a:extLst>
              <a:ext uri="{FF2B5EF4-FFF2-40B4-BE49-F238E27FC236}">
                <a16:creationId xmlns:a16="http://schemas.microsoft.com/office/drawing/2014/main" id="{C430A08C-DEFD-F746-BD9B-7C65BED9FAFA}"/>
              </a:ext>
            </a:extLst>
          </p:cNvPr>
          <p:cNvCxnSpPr/>
          <p:nvPr/>
        </p:nvCxnSpPr>
        <p:spPr>
          <a:xfrm>
            <a:off x="5118912" y="3550193"/>
            <a:ext cx="1944319" cy="0"/>
          </a:xfrm>
          <a:prstGeom prst="line">
            <a:avLst/>
          </a:prstGeom>
          <a:ln w="12700">
            <a:solidFill>
              <a:srgbClr val="999999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[R] 64">
            <a:extLst>
              <a:ext uri="{FF2B5EF4-FFF2-40B4-BE49-F238E27FC236}">
                <a16:creationId xmlns:a16="http://schemas.microsoft.com/office/drawing/2014/main" id="{3A945A4D-8D49-DC4A-B6DA-98C2DB08969C}"/>
              </a:ext>
            </a:extLst>
          </p:cNvPr>
          <p:cNvCxnSpPr/>
          <p:nvPr/>
        </p:nvCxnSpPr>
        <p:spPr>
          <a:xfrm>
            <a:off x="5118912" y="3869276"/>
            <a:ext cx="1944319" cy="0"/>
          </a:xfrm>
          <a:prstGeom prst="line">
            <a:avLst/>
          </a:prstGeom>
          <a:ln w="12700">
            <a:solidFill>
              <a:srgbClr val="999999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[R] 65">
            <a:extLst>
              <a:ext uri="{FF2B5EF4-FFF2-40B4-BE49-F238E27FC236}">
                <a16:creationId xmlns:a16="http://schemas.microsoft.com/office/drawing/2014/main" id="{A157CAD5-708A-8E46-8493-AF6BA8D993F7}"/>
              </a:ext>
            </a:extLst>
          </p:cNvPr>
          <p:cNvCxnSpPr/>
          <p:nvPr/>
        </p:nvCxnSpPr>
        <p:spPr>
          <a:xfrm>
            <a:off x="5118912" y="4178835"/>
            <a:ext cx="1944319" cy="0"/>
          </a:xfrm>
          <a:prstGeom prst="line">
            <a:avLst/>
          </a:prstGeom>
          <a:ln w="12700">
            <a:solidFill>
              <a:srgbClr val="999999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[R] 66">
            <a:extLst>
              <a:ext uri="{FF2B5EF4-FFF2-40B4-BE49-F238E27FC236}">
                <a16:creationId xmlns:a16="http://schemas.microsoft.com/office/drawing/2014/main" id="{DECF2349-13DE-0C45-BAC3-47A0079E2F32}"/>
              </a:ext>
            </a:extLst>
          </p:cNvPr>
          <p:cNvCxnSpPr/>
          <p:nvPr/>
        </p:nvCxnSpPr>
        <p:spPr>
          <a:xfrm>
            <a:off x="9076988" y="2621510"/>
            <a:ext cx="1944319" cy="0"/>
          </a:xfrm>
          <a:prstGeom prst="line">
            <a:avLst/>
          </a:prstGeom>
          <a:ln w="12700">
            <a:solidFill>
              <a:srgbClr val="09C72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[R] 67">
            <a:extLst>
              <a:ext uri="{FF2B5EF4-FFF2-40B4-BE49-F238E27FC236}">
                <a16:creationId xmlns:a16="http://schemas.microsoft.com/office/drawing/2014/main" id="{7F94B577-BD4C-EF47-9FF0-7344616A6DEB}"/>
              </a:ext>
            </a:extLst>
          </p:cNvPr>
          <p:cNvCxnSpPr/>
          <p:nvPr/>
        </p:nvCxnSpPr>
        <p:spPr>
          <a:xfrm>
            <a:off x="9076988" y="2931071"/>
            <a:ext cx="1944319" cy="0"/>
          </a:xfrm>
          <a:prstGeom prst="line">
            <a:avLst/>
          </a:prstGeom>
          <a:ln w="12700">
            <a:solidFill>
              <a:srgbClr val="EF0F0F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[R] 68">
            <a:extLst>
              <a:ext uri="{FF2B5EF4-FFF2-40B4-BE49-F238E27FC236}">
                <a16:creationId xmlns:a16="http://schemas.microsoft.com/office/drawing/2014/main" id="{6CED8254-5404-9145-91CD-0B9CA7EAC8CD}"/>
              </a:ext>
            </a:extLst>
          </p:cNvPr>
          <p:cNvCxnSpPr/>
          <p:nvPr/>
        </p:nvCxnSpPr>
        <p:spPr>
          <a:xfrm>
            <a:off x="9076988" y="3240632"/>
            <a:ext cx="1944319" cy="0"/>
          </a:xfrm>
          <a:prstGeom prst="line">
            <a:avLst/>
          </a:prstGeom>
          <a:ln w="12700">
            <a:solidFill>
              <a:srgbClr val="09C72C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[R] 69">
            <a:extLst>
              <a:ext uri="{FF2B5EF4-FFF2-40B4-BE49-F238E27FC236}">
                <a16:creationId xmlns:a16="http://schemas.microsoft.com/office/drawing/2014/main" id="{B008BDCC-D9C3-E043-9A69-1812E579294A}"/>
              </a:ext>
            </a:extLst>
          </p:cNvPr>
          <p:cNvCxnSpPr/>
          <p:nvPr/>
        </p:nvCxnSpPr>
        <p:spPr>
          <a:xfrm>
            <a:off x="9076988" y="3550193"/>
            <a:ext cx="1944319" cy="0"/>
          </a:xfrm>
          <a:prstGeom prst="line">
            <a:avLst/>
          </a:prstGeom>
          <a:ln w="12700">
            <a:solidFill>
              <a:srgbClr val="EF0F0F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[R] 72">
            <a:extLst>
              <a:ext uri="{FF2B5EF4-FFF2-40B4-BE49-F238E27FC236}">
                <a16:creationId xmlns:a16="http://schemas.microsoft.com/office/drawing/2014/main" id="{22EA5B2A-7B3C-844F-A8F4-4D22CF7B702C}"/>
              </a:ext>
            </a:extLst>
          </p:cNvPr>
          <p:cNvCxnSpPr/>
          <p:nvPr/>
        </p:nvCxnSpPr>
        <p:spPr>
          <a:xfrm>
            <a:off x="9076988" y="3869276"/>
            <a:ext cx="1944319" cy="0"/>
          </a:xfrm>
          <a:prstGeom prst="line">
            <a:avLst/>
          </a:prstGeom>
          <a:ln w="12700">
            <a:solidFill>
              <a:srgbClr val="09C72C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[R] 73">
            <a:extLst>
              <a:ext uri="{FF2B5EF4-FFF2-40B4-BE49-F238E27FC236}">
                <a16:creationId xmlns:a16="http://schemas.microsoft.com/office/drawing/2014/main" id="{35B1C986-D04B-CF41-B250-AACEE2378382}"/>
              </a:ext>
            </a:extLst>
          </p:cNvPr>
          <p:cNvCxnSpPr/>
          <p:nvPr/>
        </p:nvCxnSpPr>
        <p:spPr>
          <a:xfrm>
            <a:off x="9076988" y="4178835"/>
            <a:ext cx="1944319" cy="0"/>
          </a:xfrm>
          <a:prstGeom prst="line">
            <a:avLst/>
          </a:prstGeom>
          <a:ln w="12700">
            <a:solidFill>
              <a:srgbClr val="EF0F0F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264DC0D-08BD-4C22-AD25-5C2D33716394}"/>
              </a:ext>
            </a:extLst>
          </p:cNvPr>
          <p:cNvSpPr txBox="1"/>
          <p:nvPr/>
        </p:nvSpPr>
        <p:spPr>
          <a:xfrm>
            <a:off x="2295667" y="423580"/>
            <a:ext cx="9515322" cy="721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50" dirty="0">
                <a:solidFill>
                  <a:srgbClr val="333333"/>
                </a:solidFill>
                <a:latin typeface="+mn-ea"/>
              </a:rPr>
              <a:t>화살표는 서비스의 흐름을 나타냅니다</a:t>
            </a:r>
            <a:r>
              <a:rPr lang="en-US" altLang="ko-KR" sz="950" dirty="0">
                <a:solidFill>
                  <a:srgbClr val="333333"/>
                </a:solidFill>
                <a:latin typeface="+mn-ea"/>
              </a:rPr>
              <a:t>. </a:t>
            </a:r>
            <a:r>
              <a:rPr lang="ko-KR" altLang="en-US" sz="950" dirty="0">
                <a:solidFill>
                  <a:srgbClr val="333333"/>
                </a:solidFill>
                <a:latin typeface="+mn-ea"/>
              </a:rPr>
              <a:t>실선 화살표는 주 경로를 표현하며 점선 화살표는 보조 경로를 나타냅니다</a:t>
            </a:r>
            <a:r>
              <a:rPr lang="en-US" altLang="ko-KR" sz="950" dirty="0">
                <a:solidFill>
                  <a:srgbClr val="333333"/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950" dirty="0">
                <a:solidFill>
                  <a:srgbClr val="333333"/>
                </a:solidFill>
                <a:latin typeface="+mn-ea"/>
              </a:rPr>
              <a:t>선의 색상에 따라 초록색은 성공 상태를</a:t>
            </a:r>
            <a:r>
              <a:rPr lang="en-US" altLang="ko-KR" sz="9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950" dirty="0">
                <a:solidFill>
                  <a:srgbClr val="333333"/>
                </a:solidFill>
                <a:latin typeface="+mn-ea"/>
              </a:rPr>
              <a:t>붉은색은 실패 상태를 나타냅니다</a:t>
            </a:r>
            <a:r>
              <a:rPr lang="en-US" altLang="ko-KR" sz="950" dirty="0">
                <a:solidFill>
                  <a:srgbClr val="333333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950" dirty="0">
                <a:solidFill>
                  <a:srgbClr val="333333"/>
                </a:solidFill>
                <a:latin typeface="+mn-ea"/>
              </a:rPr>
              <a:t> </a:t>
            </a:r>
            <a:endParaRPr lang="en-US" altLang="ko-KR" sz="950" dirty="0">
              <a:solidFill>
                <a:srgbClr val="333333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21284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28819" y="1674466"/>
            <a:ext cx="4419721" cy="3485810"/>
          </a:xfrm>
          <a:prstGeom prst="rect">
            <a:avLst/>
          </a:prstGeom>
          <a:solidFill>
            <a:srgbClr val="F7F7F7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457669" y="2055429"/>
            <a:ext cx="762021" cy="1142888"/>
          </a:xfrm>
          <a:prstGeom prst="rect">
            <a:avLst/>
          </a:prstGeom>
          <a:noFill/>
          <a:ln/>
        </p:spPr>
      </p:sp>
      <p:sp>
        <p:nvSpPr>
          <p:cNvPr id="6" name="Shape 3"/>
          <p:cNvSpPr/>
          <p:nvPr/>
        </p:nvSpPr>
        <p:spPr>
          <a:xfrm>
            <a:off x="2352739" y="3769762"/>
            <a:ext cx="2971881" cy="857166"/>
          </a:xfrm>
          <a:prstGeom prst="rect">
            <a:avLst/>
          </a:prstGeom>
          <a:noFill/>
          <a:ln/>
        </p:spPr>
      </p:sp>
      <p:sp>
        <p:nvSpPr>
          <p:cNvPr id="7" name="Shape 4"/>
          <p:cNvSpPr/>
          <p:nvPr/>
        </p:nvSpPr>
        <p:spPr>
          <a:xfrm>
            <a:off x="2352739" y="3769762"/>
            <a:ext cx="609617" cy="857166"/>
          </a:xfrm>
          <a:prstGeom prst="rect">
            <a:avLst/>
          </a:prstGeom>
          <a:noFill/>
          <a:ln/>
        </p:spPr>
      </p:sp>
      <p:sp>
        <p:nvSpPr>
          <p:cNvPr id="10" name="Shape 6"/>
          <p:cNvSpPr/>
          <p:nvPr/>
        </p:nvSpPr>
        <p:spPr>
          <a:xfrm>
            <a:off x="3114760" y="3769762"/>
            <a:ext cx="609617" cy="857166"/>
          </a:xfrm>
          <a:prstGeom prst="rect">
            <a:avLst/>
          </a:prstGeom>
          <a:noFill/>
          <a:ln/>
        </p:spPr>
      </p:sp>
      <p:sp>
        <p:nvSpPr>
          <p:cNvPr id="13" name="Shape 8"/>
          <p:cNvSpPr/>
          <p:nvPr/>
        </p:nvSpPr>
        <p:spPr>
          <a:xfrm>
            <a:off x="3876781" y="3769762"/>
            <a:ext cx="609617" cy="857166"/>
          </a:xfrm>
          <a:prstGeom prst="rect">
            <a:avLst/>
          </a:prstGeom>
          <a:noFill/>
          <a:ln/>
        </p:spPr>
      </p:sp>
      <p:sp>
        <p:nvSpPr>
          <p:cNvPr id="16" name="Shape 10"/>
          <p:cNvSpPr/>
          <p:nvPr/>
        </p:nvSpPr>
        <p:spPr>
          <a:xfrm>
            <a:off x="4638802" y="3769762"/>
            <a:ext cx="609617" cy="857166"/>
          </a:xfrm>
          <a:prstGeom prst="rect">
            <a:avLst/>
          </a:prstGeom>
          <a:noFill/>
          <a:ln/>
        </p:spPr>
      </p:sp>
      <p:pic>
        <p:nvPicPr>
          <p:cNvPr id="19" name="Image 5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62311" y="3360227"/>
            <a:ext cx="2276537" cy="276198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6143793" y="1674466"/>
            <a:ext cx="4419721" cy="3485810"/>
          </a:xfrm>
          <a:prstGeom prst="rect">
            <a:avLst/>
          </a:prstGeom>
          <a:solidFill>
            <a:srgbClr val="F7F7F7">
              <a:alpha val="50000"/>
            </a:srgbClr>
          </a:solidFill>
          <a:ln/>
        </p:spPr>
      </p:sp>
      <p:sp>
        <p:nvSpPr>
          <p:cNvPr id="21" name="Shape 13"/>
          <p:cNvSpPr/>
          <p:nvPr/>
        </p:nvSpPr>
        <p:spPr>
          <a:xfrm>
            <a:off x="7944067" y="2055429"/>
            <a:ext cx="828698" cy="1152412"/>
          </a:xfrm>
          <a:prstGeom prst="rect">
            <a:avLst/>
          </a:prstGeom>
          <a:noFill/>
          <a:ln/>
        </p:spPr>
      </p:sp>
      <p:sp>
        <p:nvSpPr>
          <p:cNvPr id="24" name="Shape 15"/>
          <p:cNvSpPr/>
          <p:nvPr/>
        </p:nvSpPr>
        <p:spPr>
          <a:xfrm>
            <a:off x="7267774" y="3769762"/>
            <a:ext cx="2171759" cy="857166"/>
          </a:xfrm>
          <a:prstGeom prst="rect">
            <a:avLst/>
          </a:prstGeom>
          <a:noFill/>
          <a:ln/>
        </p:spPr>
      </p:sp>
      <p:sp>
        <p:nvSpPr>
          <p:cNvPr id="25" name="Shape 16"/>
          <p:cNvSpPr/>
          <p:nvPr/>
        </p:nvSpPr>
        <p:spPr>
          <a:xfrm>
            <a:off x="7267773" y="3769762"/>
            <a:ext cx="609617" cy="857166"/>
          </a:xfrm>
          <a:prstGeom prst="rect">
            <a:avLst/>
          </a:prstGeom>
          <a:noFill/>
          <a:ln/>
        </p:spPr>
      </p:sp>
      <p:sp>
        <p:nvSpPr>
          <p:cNvPr id="28" name="Shape 18"/>
          <p:cNvSpPr/>
          <p:nvPr/>
        </p:nvSpPr>
        <p:spPr>
          <a:xfrm>
            <a:off x="8048845" y="3769762"/>
            <a:ext cx="609617" cy="857166"/>
          </a:xfrm>
          <a:prstGeom prst="rect">
            <a:avLst/>
          </a:prstGeom>
          <a:noFill/>
          <a:ln/>
        </p:spPr>
      </p:sp>
      <p:sp>
        <p:nvSpPr>
          <p:cNvPr id="31" name="Shape 20"/>
          <p:cNvSpPr/>
          <p:nvPr/>
        </p:nvSpPr>
        <p:spPr>
          <a:xfrm>
            <a:off x="8829916" y="3769762"/>
            <a:ext cx="609617" cy="857166"/>
          </a:xfrm>
          <a:prstGeom prst="rect">
            <a:avLst/>
          </a:prstGeom>
          <a:noFill/>
          <a:ln/>
        </p:spPr>
      </p:sp>
      <p:pic>
        <p:nvPicPr>
          <p:cNvPr id="34" name="Image 10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72582" y="3360227"/>
            <a:ext cx="1566905" cy="271436"/>
          </a:xfrm>
          <a:prstGeom prst="rect">
            <a:avLst/>
          </a:prstGeom>
        </p:spPr>
      </p:pic>
      <p:sp>
        <p:nvSpPr>
          <p:cNvPr id="35" name="Shape 22"/>
          <p:cNvSpPr/>
          <p:nvPr/>
        </p:nvSpPr>
        <p:spPr>
          <a:xfrm>
            <a:off x="381011" y="276533"/>
            <a:ext cx="2390840" cy="438107"/>
          </a:xfrm>
          <a:prstGeom prst="rect">
            <a:avLst/>
          </a:prstGeom>
          <a:noFill/>
          <a:ln/>
        </p:spPr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EA74F513-4CD6-B543-8246-92814119CAE0}"/>
              </a:ext>
            </a:extLst>
          </p:cNvPr>
          <p:cNvSpPr/>
          <p:nvPr/>
        </p:nvSpPr>
        <p:spPr>
          <a:xfrm>
            <a:off x="3376821" y="2821064"/>
            <a:ext cx="912799" cy="384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350"/>
              </a:lnSpc>
            </a:pPr>
            <a:r>
              <a:rPr lang="en-US" sz="1100" kern="0" spc="-10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NHN Cloud</a:t>
            </a:r>
          </a:p>
          <a:p>
            <a:pPr algn="ctr">
              <a:lnSpc>
                <a:spcPts val="1350"/>
              </a:lnSpc>
            </a:pPr>
            <a:r>
              <a:rPr lang="ko-KR" altLang="en-US" sz="11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계정</a:t>
            </a:r>
            <a:endParaRPr lang="en-US" sz="11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461EEC38-951D-C948-B4D4-32A2AA578760}"/>
              </a:ext>
            </a:extLst>
          </p:cNvPr>
          <p:cNvSpPr/>
          <p:nvPr/>
        </p:nvSpPr>
        <p:spPr>
          <a:xfrm>
            <a:off x="2340568" y="4421107"/>
            <a:ext cx="650893" cy="21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350"/>
              </a:lnSpc>
            </a:pPr>
            <a:r>
              <a:rPr lang="en-US" sz="1100" kern="0" spc="-10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Owner</a:t>
            </a:r>
            <a:endParaRPr lang="en-US" sz="11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7">
            <a:extLst>
              <a:ext uri="{FF2B5EF4-FFF2-40B4-BE49-F238E27FC236}">
                <a16:creationId xmlns:a16="http://schemas.microsoft.com/office/drawing/2014/main" id="{95F61156-4F8B-FE4B-A12E-F871DE2048BC}"/>
              </a:ext>
            </a:extLst>
          </p:cNvPr>
          <p:cNvSpPr/>
          <p:nvPr/>
        </p:nvSpPr>
        <p:spPr>
          <a:xfrm>
            <a:off x="3102589" y="4421107"/>
            <a:ext cx="650893" cy="21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350"/>
              </a:lnSpc>
            </a:pPr>
            <a:r>
              <a:rPr lang="en-US" sz="1100" kern="0" spc="-10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Admin</a:t>
            </a:r>
            <a:endParaRPr lang="en-US" sz="11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01F0978C-85D9-5249-B416-0365A0025105}"/>
              </a:ext>
            </a:extLst>
          </p:cNvPr>
          <p:cNvSpPr/>
          <p:nvPr/>
        </p:nvSpPr>
        <p:spPr>
          <a:xfrm>
            <a:off x="3864610" y="4421107"/>
            <a:ext cx="650893" cy="21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350"/>
              </a:lnSpc>
            </a:pPr>
            <a:r>
              <a:rPr lang="en-US" sz="1100" kern="0" spc="-10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Member</a:t>
            </a:r>
            <a:endParaRPr lang="en-US" sz="11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AD5C98B2-9448-F049-9D3E-0A7C88F1AC74}"/>
              </a:ext>
            </a:extLst>
          </p:cNvPr>
          <p:cNvSpPr/>
          <p:nvPr/>
        </p:nvSpPr>
        <p:spPr>
          <a:xfrm>
            <a:off x="4626631" y="4421107"/>
            <a:ext cx="650893" cy="21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350"/>
              </a:lnSpc>
            </a:pPr>
            <a:r>
              <a:rPr lang="en-US" sz="1100" kern="0" spc="-10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Viewer</a:t>
            </a:r>
            <a:endParaRPr lang="en-US" sz="11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88C54FC0-B8D6-2040-AD83-AFEC67559BF9}"/>
              </a:ext>
            </a:extLst>
          </p:cNvPr>
          <p:cNvSpPr/>
          <p:nvPr/>
        </p:nvSpPr>
        <p:spPr>
          <a:xfrm>
            <a:off x="7919725" y="2830588"/>
            <a:ext cx="869974" cy="384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350"/>
              </a:lnSpc>
            </a:pPr>
            <a:r>
              <a:rPr lang="en-US" sz="1100" kern="0" spc="-10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IAM</a:t>
            </a:r>
            <a:endParaRPr lang="en-US" sz="11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350"/>
              </a:lnSpc>
            </a:pPr>
            <a:r>
              <a:rPr lang="ko-KR" altLang="en-US" sz="1100" kern="0" spc="-10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계정</a:t>
            </a:r>
            <a:endParaRPr lang="en-US" sz="11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17">
            <a:extLst>
              <a:ext uri="{FF2B5EF4-FFF2-40B4-BE49-F238E27FC236}">
                <a16:creationId xmlns:a16="http://schemas.microsoft.com/office/drawing/2014/main" id="{2D0F44F6-827E-844F-93F6-17C9BD303240}"/>
              </a:ext>
            </a:extLst>
          </p:cNvPr>
          <p:cNvSpPr/>
          <p:nvPr/>
        </p:nvSpPr>
        <p:spPr>
          <a:xfrm>
            <a:off x="7247135" y="4421107"/>
            <a:ext cx="650893" cy="21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350"/>
              </a:lnSpc>
            </a:pPr>
            <a:r>
              <a:rPr lang="en-US" sz="1100" kern="0" spc="-10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Admin</a:t>
            </a:r>
            <a:endParaRPr lang="en-US" sz="11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19">
            <a:extLst>
              <a:ext uri="{FF2B5EF4-FFF2-40B4-BE49-F238E27FC236}">
                <a16:creationId xmlns:a16="http://schemas.microsoft.com/office/drawing/2014/main" id="{DA6776C7-CFD6-AB45-B4F7-078F17EE6EF7}"/>
              </a:ext>
            </a:extLst>
          </p:cNvPr>
          <p:cNvSpPr/>
          <p:nvPr/>
        </p:nvSpPr>
        <p:spPr>
          <a:xfrm>
            <a:off x="8028207" y="4421107"/>
            <a:ext cx="650893" cy="21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350"/>
              </a:lnSpc>
            </a:pPr>
            <a:r>
              <a:rPr lang="en-US" sz="1100" kern="0" spc="-10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Member</a:t>
            </a:r>
            <a:endParaRPr lang="en-US" sz="11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791BB2F0-5EF7-EC47-BEDF-56908B9BA050}"/>
              </a:ext>
            </a:extLst>
          </p:cNvPr>
          <p:cNvSpPr/>
          <p:nvPr/>
        </p:nvSpPr>
        <p:spPr>
          <a:xfrm>
            <a:off x="8809278" y="4421107"/>
            <a:ext cx="650893" cy="21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350"/>
              </a:lnSpc>
            </a:pPr>
            <a:r>
              <a:rPr lang="en-US" sz="1100" kern="0" spc="-10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Viewer</a:t>
            </a:r>
            <a:endParaRPr lang="en-US" sz="11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 3">
            <a:extLst>
              <a:ext uri="{FF2B5EF4-FFF2-40B4-BE49-F238E27FC236}">
                <a16:creationId xmlns:a16="http://schemas.microsoft.com/office/drawing/2014/main" id="{84E33C88-1E0F-FB48-8F7A-1F503E18C417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/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AA58B518-8714-314D-B099-802CD49992CB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Identity &amp; Governance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C75CFFB5-158C-2A4A-8AE7-6249FA829409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17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0" name="Image 0" descr=" ">
            <a:extLst>
              <a:ext uri="{FF2B5EF4-FFF2-40B4-BE49-F238E27FC236}">
                <a16:creationId xmlns:a16="http://schemas.microsoft.com/office/drawing/2014/main" id="{F1371AAF-8637-894A-BB39-1C7154AE18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57669" y="2055429"/>
            <a:ext cx="762021" cy="761926"/>
          </a:xfrm>
          <a:prstGeom prst="rect">
            <a:avLst/>
          </a:prstGeom>
        </p:spPr>
      </p:pic>
      <p:pic>
        <p:nvPicPr>
          <p:cNvPr id="51" name="Image 1">
            <a:extLst>
              <a:ext uri="{FF2B5EF4-FFF2-40B4-BE49-F238E27FC236}">
                <a16:creationId xmlns:a16="http://schemas.microsoft.com/office/drawing/2014/main" id="{9EFF0CE1-7F98-AC48-A8F5-E28D57F43FF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71825" y="3786696"/>
            <a:ext cx="571444" cy="571444"/>
          </a:xfrm>
          <a:prstGeom prst="rect">
            <a:avLst/>
          </a:prstGeom>
        </p:spPr>
      </p:pic>
      <p:pic>
        <p:nvPicPr>
          <p:cNvPr id="52" name="Image 2" descr=" ">
            <a:extLst>
              <a:ext uri="{FF2B5EF4-FFF2-40B4-BE49-F238E27FC236}">
                <a16:creationId xmlns:a16="http://schemas.microsoft.com/office/drawing/2014/main" id="{E8F756BD-0B9B-5346-9216-D3FC4F0E86E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33811" y="3786696"/>
            <a:ext cx="571515" cy="571444"/>
          </a:xfrm>
          <a:prstGeom prst="rect">
            <a:avLst/>
          </a:prstGeom>
        </p:spPr>
      </p:pic>
      <p:pic>
        <p:nvPicPr>
          <p:cNvPr id="53" name="Image 3" descr=" ">
            <a:extLst>
              <a:ext uri="{FF2B5EF4-FFF2-40B4-BE49-F238E27FC236}">
                <a16:creationId xmlns:a16="http://schemas.microsoft.com/office/drawing/2014/main" id="{C316C4C1-74CF-D74F-9B06-EDBE13C862A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895832" y="3786696"/>
            <a:ext cx="571515" cy="571444"/>
          </a:xfrm>
          <a:prstGeom prst="rect">
            <a:avLst/>
          </a:prstGeom>
        </p:spPr>
      </p:pic>
      <p:pic>
        <p:nvPicPr>
          <p:cNvPr id="54" name="Image 4">
            <a:extLst>
              <a:ext uri="{FF2B5EF4-FFF2-40B4-BE49-F238E27FC236}">
                <a16:creationId xmlns:a16="http://schemas.microsoft.com/office/drawing/2014/main" id="{EC3ECE30-36EA-DC41-8107-A53CDE83EE8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57888" y="3786696"/>
            <a:ext cx="571444" cy="571444"/>
          </a:xfrm>
          <a:prstGeom prst="rect">
            <a:avLst/>
          </a:prstGeom>
        </p:spPr>
      </p:pic>
      <p:pic>
        <p:nvPicPr>
          <p:cNvPr id="55" name="Image 6" descr=" ">
            <a:extLst>
              <a:ext uri="{FF2B5EF4-FFF2-40B4-BE49-F238E27FC236}">
                <a16:creationId xmlns:a16="http://schemas.microsoft.com/office/drawing/2014/main" id="{3E99B14D-7440-204F-85A8-B086FF4F5BE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977406" y="2055429"/>
            <a:ext cx="762021" cy="761926"/>
          </a:xfrm>
          <a:prstGeom prst="rect">
            <a:avLst/>
          </a:prstGeom>
        </p:spPr>
      </p:pic>
      <p:pic>
        <p:nvPicPr>
          <p:cNvPr id="56" name="Image 7" descr=" ">
            <a:extLst>
              <a:ext uri="{FF2B5EF4-FFF2-40B4-BE49-F238E27FC236}">
                <a16:creationId xmlns:a16="http://schemas.microsoft.com/office/drawing/2014/main" id="{BE34BFE1-EEF2-F74B-AA75-A2E7B6BBBC3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286824" y="3786696"/>
            <a:ext cx="571515" cy="571444"/>
          </a:xfrm>
          <a:prstGeom prst="rect">
            <a:avLst/>
          </a:prstGeom>
        </p:spPr>
      </p:pic>
      <p:pic>
        <p:nvPicPr>
          <p:cNvPr id="57" name="Image 8" descr=" ">
            <a:extLst>
              <a:ext uri="{FF2B5EF4-FFF2-40B4-BE49-F238E27FC236}">
                <a16:creationId xmlns:a16="http://schemas.microsoft.com/office/drawing/2014/main" id="{A2E891DF-2D67-B549-831B-4A710C60BDD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067896" y="3786696"/>
            <a:ext cx="571515" cy="571444"/>
          </a:xfrm>
          <a:prstGeom prst="rect">
            <a:avLst/>
          </a:prstGeom>
        </p:spPr>
      </p:pic>
      <p:pic>
        <p:nvPicPr>
          <p:cNvPr id="58" name="Image 9" descr=" ">
            <a:extLst>
              <a:ext uri="{FF2B5EF4-FFF2-40B4-BE49-F238E27FC236}">
                <a16:creationId xmlns:a16="http://schemas.microsoft.com/office/drawing/2014/main" id="{369C7FA1-7126-924A-B952-0731EAAFE45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848967" y="3786696"/>
            <a:ext cx="571515" cy="57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914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206526" y="1257512"/>
            <a:ext cx="781071" cy="838118"/>
          </a:xfrm>
          <a:prstGeom prst="rect">
            <a:avLst/>
          </a:prstGeom>
          <a:noFill/>
          <a:ln/>
        </p:spPr>
      </p:sp>
      <p:sp>
        <p:nvSpPr>
          <p:cNvPr id="6" name="Shape 3"/>
          <p:cNvSpPr/>
          <p:nvPr/>
        </p:nvSpPr>
        <p:spPr>
          <a:xfrm>
            <a:off x="2330507" y="1257512"/>
            <a:ext cx="781071" cy="990503"/>
          </a:xfrm>
          <a:prstGeom prst="rect">
            <a:avLst/>
          </a:prstGeom>
          <a:noFill/>
          <a:ln/>
        </p:spPr>
      </p:sp>
      <p:sp>
        <p:nvSpPr>
          <p:cNvPr id="9" name="Shape 5"/>
          <p:cNvSpPr/>
          <p:nvPr/>
        </p:nvSpPr>
        <p:spPr>
          <a:xfrm>
            <a:off x="3454487" y="1257512"/>
            <a:ext cx="781071" cy="838118"/>
          </a:xfrm>
          <a:prstGeom prst="rect">
            <a:avLst/>
          </a:prstGeom>
          <a:noFill/>
          <a:ln/>
        </p:spPr>
      </p:sp>
      <p:sp>
        <p:nvSpPr>
          <p:cNvPr id="12" name="Shape 7"/>
          <p:cNvSpPr/>
          <p:nvPr/>
        </p:nvSpPr>
        <p:spPr>
          <a:xfrm>
            <a:off x="4578468" y="1257512"/>
            <a:ext cx="781071" cy="838118"/>
          </a:xfrm>
          <a:prstGeom prst="rect">
            <a:avLst/>
          </a:prstGeom>
          <a:noFill/>
          <a:ln/>
        </p:spPr>
      </p:sp>
      <p:sp>
        <p:nvSpPr>
          <p:cNvPr id="15" name="Shape 9"/>
          <p:cNvSpPr/>
          <p:nvPr/>
        </p:nvSpPr>
        <p:spPr>
          <a:xfrm>
            <a:off x="5702449" y="1257512"/>
            <a:ext cx="781071" cy="990503"/>
          </a:xfrm>
          <a:prstGeom prst="rect">
            <a:avLst/>
          </a:prstGeom>
          <a:noFill/>
          <a:ln/>
        </p:spPr>
      </p:sp>
      <p:sp>
        <p:nvSpPr>
          <p:cNvPr id="18" name="Shape 11"/>
          <p:cNvSpPr/>
          <p:nvPr/>
        </p:nvSpPr>
        <p:spPr>
          <a:xfrm>
            <a:off x="6826429" y="1257512"/>
            <a:ext cx="781071" cy="838118"/>
          </a:xfrm>
          <a:prstGeom prst="rect">
            <a:avLst/>
          </a:prstGeom>
          <a:noFill/>
          <a:ln/>
        </p:spPr>
      </p:sp>
      <p:sp>
        <p:nvSpPr>
          <p:cNvPr id="21" name="Shape 13"/>
          <p:cNvSpPr/>
          <p:nvPr/>
        </p:nvSpPr>
        <p:spPr>
          <a:xfrm>
            <a:off x="7950411" y="1257512"/>
            <a:ext cx="781071" cy="838118"/>
          </a:xfrm>
          <a:prstGeom prst="rect">
            <a:avLst/>
          </a:prstGeom>
          <a:noFill/>
          <a:ln/>
        </p:spPr>
      </p:sp>
      <p:sp>
        <p:nvSpPr>
          <p:cNvPr id="24" name="Shape 15"/>
          <p:cNvSpPr/>
          <p:nvPr/>
        </p:nvSpPr>
        <p:spPr>
          <a:xfrm>
            <a:off x="9077407" y="1257512"/>
            <a:ext cx="781071" cy="990503"/>
          </a:xfrm>
          <a:prstGeom prst="rect">
            <a:avLst/>
          </a:prstGeom>
          <a:noFill/>
          <a:ln/>
        </p:spPr>
      </p:sp>
      <p:sp>
        <p:nvSpPr>
          <p:cNvPr id="27" name="Shape 17"/>
          <p:cNvSpPr/>
          <p:nvPr/>
        </p:nvSpPr>
        <p:spPr>
          <a:xfrm>
            <a:off x="10201387" y="1257512"/>
            <a:ext cx="781071" cy="838118"/>
          </a:xfrm>
          <a:prstGeom prst="rect">
            <a:avLst/>
          </a:prstGeom>
          <a:noFill/>
          <a:ln/>
        </p:spPr>
      </p:sp>
      <p:sp>
        <p:nvSpPr>
          <p:cNvPr id="30" name="Shape 19"/>
          <p:cNvSpPr/>
          <p:nvPr/>
        </p:nvSpPr>
        <p:spPr>
          <a:xfrm>
            <a:off x="1206526" y="2533738"/>
            <a:ext cx="781071" cy="838118"/>
          </a:xfrm>
          <a:prstGeom prst="rect">
            <a:avLst/>
          </a:prstGeom>
          <a:noFill/>
          <a:ln/>
        </p:spPr>
      </p:sp>
      <p:sp>
        <p:nvSpPr>
          <p:cNvPr id="33" name="Shape 21"/>
          <p:cNvSpPr/>
          <p:nvPr/>
        </p:nvSpPr>
        <p:spPr>
          <a:xfrm>
            <a:off x="2330507" y="2533738"/>
            <a:ext cx="781071" cy="838118"/>
          </a:xfrm>
          <a:prstGeom prst="rect">
            <a:avLst/>
          </a:prstGeom>
          <a:noFill/>
          <a:ln/>
        </p:spPr>
      </p:sp>
      <p:sp>
        <p:nvSpPr>
          <p:cNvPr id="36" name="Shape 23"/>
          <p:cNvSpPr/>
          <p:nvPr/>
        </p:nvSpPr>
        <p:spPr>
          <a:xfrm>
            <a:off x="3454487" y="2533738"/>
            <a:ext cx="781071" cy="838118"/>
          </a:xfrm>
          <a:prstGeom prst="rect">
            <a:avLst/>
          </a:prstGeom>
          <a:noFill/>
          <a:ln/>
        </p:spPr>
      </p:sp>
      <p:sp>
        <p:nvSpPr>
          <p:cNvPr id="39" name="Shape 25"/>
          <p:cNvSpPr/>
          <p:nvPr/>
        </p:nvSpPr>
        <p:spPr>
          <a:xfrm>
            <a:off x="4578468" y="2533738"/>
            <a:ext cx="781071" cy="838118"/>
          </a:xfrm>
          <a:prstGeom prst="rect">
            <a:avLst/>
          </a:prstGeom>
          <a:noFill/>
          <a:ln/>
        </p:spPr>
      </p:sp>
      <p:sp>
        <p:nvSpPr>
          <p:cNvPr id="42" name="Shape 27"/>
          <p:cNvSpPr/>
          <p:nvPr/>
        </p:nvSpPr>
        <p:spPr>
          <a:xfrm>
            <a:off x="5702449" y="2533738"/>
            <a:ext cx="781071" cy="990503"/>
          </a:xfrm>
          <a:prstGeom prst="rect">
            <a:avLst/>
          </a:prstGeom>
          <a:noFill/>
          <a:ln/>
        </p:spPr>
      </p:sp>
      <p:sp>
        <p:nvSpPr>
          <p:cNvPr id="45" name="Shape 29"/>
          <p:cNvSpPr/>
          <p:nvPr/>
        </p:nvSpPr>
        <p:spPr>
          <a:xfrm>
            <a:off x="6826429" y="2533738"/>
            <a:ext cx="781071" cy="838118"/>
          </a:xfrm>
          <a:prstGeom prst="rect">
            <a:avLst/>
          </a:prstGeom>
          <a:noFill/>
          <a:ln/>
        </p:spPr>
      </p:sp>
      <p:sp>
        <p:nvSpPr>
          <p:cNvPr id="48" name="Shape 31"/>
          <p:cNvSpPr/>
          <p:nvPr/>
        </p:nvSpPr>
        <p:spPr>
          <a:xfrm>
            <a:off x="7950411" y="2533738"/>
            <a:ext cx="781071" cy="838118"/>
          </a:xfrm>
          <a:prstGeom prst="rect">
            <a:avLst/>
          </a:prstGeom>
          <a:noFill/>
          <a:ln/>
        </p:spPr>
      </p:sp>
      <p:sp>
        <p:nvSpPr>
          <p:cNvPr id="51" name="Shape 33"/>
          <p:cNvSpPr/>
          <p:nvPr/>
        </p:nvSpPr>
        <p:spPr>
          <a:xfrm>
            <a:off x="9077407" y="2533738"/>
            <a:ext cx="781071" cy="990503"/>
          </a:xfrm>
          <a:prstGeom prst="rect">
            <a:avLst/>
          </a:prstGeom>
          <a:noFill/>
          <a:ln/>
        </p:spPr>
      </p:sp>
      <p:sp>
        <p:nvSpPr>
          <p:cNvPr id="54" name="Shape 35"/>
          <p:cNvSpPr/>
          <p:nvPr/>
        </p:nvSpPr>
        <p:spPr>
          <a:xfrm>
            <a:off x="10201387" y="2533738"/>
            <a:ext cx="781071" cy="990503"/>
          </a:xfrm>
          <a:prstGeom prst="rect">
            <a:avLst/>
          </a:prstGeom>
          <a:noFill/>
          <a:ln/>
        </p:spPr>
      </p:sp>
      <p:sp>
        <p:nvSpPr>
          <p:cNvPr id="57" name="Shape 37"/>
          <p:cNvSpPr/>
          <p:nvPr/>
        </p:nvSpPr>
        <p:spPr>
          <a:xfrm>
            <a:off x="1206526" y="3809963"/>
            <a:ext cx="781071" cy="990503"/>
          </a:xfrm>
          <a:prstGeom prst="rect">
            <a:avLst/>
          </a:prstGeom>
          <a:noFill/>
          <a:ln/>
        </p:spPr>
      </p:sp>
      <p:sp>
        <p:nvSpPr>
          <p:cNvPr id="60" name="Shape 39"/>
          <p:cNvSpPr/>
          <p:nvPr/>
        </p:nvSpPr>
        <p:spPr>
          <a:xfrm>
            <a:off x="2330507" y="3809963"/>
            <a:ext cx="781071" cy="838118"/>
          </a:xfrm>
          <a:prstGeom prst="rect">
            <a:avLst/>
          </a:prstGeom>
          <a:noFill/>
          <a:ln/>
        </p:spPr>
      </p:sp>
      <p:sp>
        <p:nvSpPr>
          <p:cNvPr id="63" name="Shape 41"/>
          <p:cNvSpPr/>
          <p:nvPr/>
        </p:nvSpPr>
        <p:spPr>
          <a:xfrm>
            <a:off x="3454487" y="3809963"/>
            <a:ext cx="781071" cy="838118"/>
          </a:xfrm>
          <a:prstGeom prst="rect">
            <a:avLst/>
          </a:prstGeom>
          <a:noFill/>
          <a:ln/>
        </p:spPr>
      </p:sp>
      <p:sp>
        <p:nvSpPr>
          <p:cNvPr id="66" name="Shape 43"/>
          <p:cNvSpPr/>
          <p:nvPr/>
        </p:nvSpPr>
        <p:spPr>
          <a:xfrm>
            <a:off x="3454488" y="3809963"/>
            <a:ext cx="781071" cy="990503"/>
          </a:xfrm>
          <a:prstGeom prst="rect">
            <a:avLst/>
          </a:prstGeom>
          <a:noFill/>
          <a:ln/>
        </p:spPr>
      </p:sp>
      <p:sp>
        <p:nvSpPr>
          <p:cNvPr id="69" name="Shape 45"/>
          <p:cNvSpPr/>
          <p:nvPr/>
        </p:nvSpPr>
        <p:spPr>
          <a:xfrm>
            <a:off x="4578469" y="3809963"/>
            <a:ext cx="781071" cy="838118"/>
          </a:xfrm>
          <a:prstGeom prst="rect">
            <a:avLst/>
          </a:prstGeom>
          <a:noFill/>
          <a:ln/>
        </p:spPr>
      </p:sp>
      <p:sp>
        <p:nvSpPr>
          <p:cNvPr id="72" name="Shape 47"/>
          <p:cNvSpPr/>
          <p:nvPr/>
        </p:nvSpPr>
        <p:spPr>
          <a:xfrm>
            <a:off x="5702449" y="3809963"/>
            <a:ext cx="781071" cy="838118"/>
          </a:xfrm>
          <a:prstGeom prst="rect">
            <a:avLst/>
          </a:prstGeom>
          <a:noFill/>
          <a:ln/>
        </p:spPr>
      </p:sp>
      <p:sp>
        <p:nvSpPr>
          <p:cNvPr id="75" name="Shape 49"/>
          <p:cNvSpPr/>
          <p:nvPr/>
        </p:nvSpPr>
        <p:spPr>
          <a:xfrm>
            <a:off x="6826431" y="3809963"/>
            <a:ext cx="781071" cy="990503"/>
          </a:xfrm>
          <a:prstGeom prst="rect">
            <a:avLst/>
          </a:prstGeom>
          <a:noFill/>
          <a:ln/>
        </p:spPr>
      </p:sp>
      <p:sp>
        <p:nvSpPr>
          <p:cNvPr id="78" name="Shape 51"/>
          <p:cNvSpPr/>
          <p:nvPr/>
        </p:nvSpPr>
        <p:spPr>
          <a:xfrm>
            <a:off x="7950411" y="3809963"/>
            <a:ext cx="781071" cy="838118"/>
          </a:xfrm>
          <a:prstGeom prst="rect">
            <a:avLst/>
          </a:prstGeom>
          <a:noFill/>
          <a:ln/>
        </p:spPr>
      </p:sp>
      <p:sp>
        <p:nvSpPr>
          <p:cNvPr id="81" name="Shape 53"/>
          <p:cNvSpPr/>
          <p:nvPr/>
        </p:nvSpPr>
        <p:spPr>
          <a:xfrm>
            <a:off x="9077407" y="3809963"/>
            <a:ext cx="781071" cy="838118"/>
          </a:xfrm>
          <a:prstGeom prst="rect">
            <a:avLst/>
          </a:prstGeom>
          <a:noFill/>
          <a:ln/>
        </p:spPr>
      </p:sp>
      <p:sp>
        <p:nvSpPr>
          <p:cNvPr id="84" name="Shape 55"/>
          <p:cNvSpPr/>
          <p:nvPr/>
        </p:nvSpPr>
        <p:spPr>
          <a:xfrm>
            <a:off x="10198209" y="3804405"/>
            <a:ext cx="781071" cy="990503"/>
          </a:xfrm>
          <a:prstGeom prst="rect">
            <a:avLst/>
          </a:prstGeom>
          <a:noFill/>
          <a:ln/>
        </p:spPr>
      </p:sp>
      <p:sp>
        <p:nvSpPr>
          <p:cNvPr id="87" name="Shape 57"/>
          <p:cNvSpPr/>
          <p:nvPr/>
        </p:nvSpPr>
        <p:spPr>
          <a:xfrm>
            <a:off x="1206527" y="5086188"/>
            <a:ext cx="781071" cy="990503"/>
          </a:xfrm>
          <a:prstGeom prst="rect">
            <a:avLst/>
          </a:prstGeom>
          <a:noFill/>
          <a:ln/>
        </p:spPr>
      </p:sp>
      <p:sp>
        <p:nvSpPr>
          <p:cNvPr id="90" name="Shape 59"/>
          <p:cNvSpPr/>
          <p:nvPr/>
        </p:nvSpPr>
        <p:spPr>
          <a:xfrm>
            <a:off x="2330507" y="5086188"/>
            <a:ext cx="781071" cy="990503"/>
          </a:xfrm>
          <a:prstGeom prst="rect">
            <a:avLst/>
          </a:prstGeom>
          <a:noFill/>
          <a:ln/>
        </p:spPr>
      </p:sp>
      <p:sp>
        <p:nvSpPr>
          <p:cNvPr id="93" name="Shape 61"/>
          <p:cNvSpPr/>
          <p:nvPr/>
        </p:nvSpPr>
        <p:spPr>
          <a:xfrm>
            <a:off x="4578468" y="5086188"/>
            <a:ext cx="781071" cy="838118"/>
          </a:xfrm>
          <a:prstGeom prst="rect">
            <a:avLst/>
          </a:prstGeom>
          <a:noFill/>
          <a:ln/>
        </p:spPr>
      </p:sp>
      <p:sp>
        <p:nvSpPr>
          <p:cNvPr id="99" name="Text 2">
            <a:extLst>
              <a:ext uri="{FF2B5EF4-FFF2-40B4-BE49-F238E27FC236}">
                <a16:creationId xmlns:a16="http://schemas.microsoft.com/office/drawing/2014/main" id="{D9A825C4-5A62-DD4C-B7AA-890AEEEA4B8A}"/>
              </a:ext>
            </a:extLst>
          </p:cNvPr>
          <p:cNvSpPr/>
          <p:nvPr/>
        </p:nvSpPr>
        <p:spPr>
          <a:xfrm>
            <a:off x="1190491" y="1943245"/>
            <a:ext cx="819173" cy="1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Desktop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Text 4">
            <a:extLst>
              <a:ext uri="{FF2B5EF4-FFF2-40B4-BE49-F238E27FC236}">
                <a16:creationId xmlns:a16="http://schemas.microsoft.com/office/drawing/2014/main" id="{87322F50-1E21-A448-84B2-CBD12E6066BD}"/>
              </a:ext>
            </a:extLst>
          </p:cNvPr>
          <p:cNvSpPr/>
          <p:nvPr/>
        </p:nvSpPr>
        <p:spPr>
          <a:xfrm>
            <a:off x="2314471" y="1943245"/>
            <a:ext cx="819173" cy="342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Desktop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+ Phone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Text 6">
            <a:extLst>
              <a:ext uri="{FF2B5EF4-FFF2-40B4-BE49-F238E27FC236}">
                <a16:creationId xmlns:a16="http://schemas.microsoft.com/office/drawing/2014/main" id="{4E00886D-F118-8143-AE26-CB46E7FA1002}"/>
              </a:ext>
            </a:extLst>
          </p:cNvPr>
          <p:cNvSpPr/>
          <p:nvPr/>
        </p:nvSpPr>
        <p:spPr>
          <a:xfrm>
            <a:off x="3438452" y="1943245"/>
            <a:ext cx="819173" cy="1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Laptop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Text 8">
            <a:extLst>
              <a:ext uri="{FF2B5EF4-FFF2-40B4-BE49-F238E27FC236}">
                <a16:creationId xmlns:a16="http://schemas.microsoft.com/office/drawing/2014/main" id="{84276F3B-4BF7-A646-8D0D-30D3A089F54D}"/>
              </a:ext>
            </a:extLst>
          </p:cNvPr>
          <p:cNvSpPr/>
          <p:nvPr/>
        </p:nvSpPr>
        <p:spPr>
          <a:xfrm>
            <a:off x="4562433" y="1943245"/>
            <a:ext cx="819173" cy="1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Phone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Text 10">
            <a:extLst>
              <a:ext uri="{FF2B5EF4-FFF2-40B4-BE49-F238E27FC236}">
                <a16:creationId xmlns:a16="http://schemas.microsoft.com/office/drawing/2014/main" id="{87A7D85E-49F8-AC47-94DE-10F821033D6D}"/>
              </a:ext>
            </a:extLst>
          </p:cNvPr>
          <p:cNvSpPr/>
          <p:nvPr/>
        </p:nvSpPr>
        <p:spPr>
          <a:xfrm>
            <a:off x="5686414" y="1943245"/>
            <a:ext cx="819173" cy="342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Mobile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Devices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Text 12">
            <a:extLst>
              <a:ext uri="{FF2B5EF4-FFF2-40B4-BE49-F238E27FC236}">
                <a16:creationId xmlns:a16="http://schemas.microsoft.com/office/drawing/2014/main" id="{24048CDF-957E-0049-8811-C2204E9AEB82}"/>
              </a:ext>
            </a:extLst>
          </p:cNvPr>
          <p:cNvSpPr/>
          <p:nvPr/>
        </p:nvSpPr>
        <p:spPr>
          <a:xfrm>
            <a:off x="6810394" y="1943245"/>
            <a:ext cx="819173" cy="1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Gateway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Text 14">
            <a:extLst>
              <a:ext uri="{FF2B5EF4-FFF2-40B4-BE49-F238E27FC236}">
                <a16:creationId xmlns:a16="http://schemas.microsoft.com/office/drawing/2014/main" id="{7820AFEA-B305-DB4A-AB26-BDFC709C719E}"/>
              </a:ext>
            </a:extLst>
          </p:cNvPr>
          <p:cNvSpPr/>
          <p:nvPr/>
        </p:nvSpPr>
        <p:spPr>
          <a:xfrm>
            <a:off x="7934375" y="1943245"/>
            <a:ext cx="819173" cy="1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Subnet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Text 16">
            <a:extLst>
              <a:ext uri="{FF2B5EF4-FFF2-40B4-BE49-F238E27FC236}">
                <a16:creationId xmlns:a16="http://schemas.microsoft.com/office/drawing/2014/main" id="{F9C8BDC7-E031-FE4E-BD46-6FB282604B5C}"/>
              </a:ext>
            </a:extLst>
          </p:cNvPr>
          <p:cNvSpPr/>
          <p:nvPr/>
        </p:nvSpPr>
        <p:spPr>
          <a:xfrm>
            <a:off x="9058356" y="1943245"/>
            <a:ext cx="819173" cy="342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Private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Network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Text 18">
            <a:extLst>
              <a:ext uri="{FF2B5EF4-FFF2-40B4-BE49-F238E27FC236}">
                <a16:creationId xmlns:a16="http://schemas.microsoft.com/office/drawing/2014/main" id="{B22143FE-BAAC-6D43-8BB9-FB61D5771221}"/>
              </a:ext>
            </a:extLst>
          </p:cNvPr>
          <p:cNvSpPr/>
          <p:nvPr/>
        </p:nvSpPr>
        <p:spPr>
          <a:xfrm>
            <a:off x="10182336" y="1943245"/>
            <a:ext cx="819173" cy="1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Peering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Text 20">
            <a:extLst>
              <a:ext uri="{FF2B5EF4-FFF2-40B4-BE49-F238E27FC236}">
                <a16:creationId xmlns:a16="http://schemas.microsoft.com/office/drawing/2014/main" id="{A1604F1F-A936-504B-8261-4BE8DE59F771}"/>
              </a:ext>
            </a:extLst>
          </p:cNvPr>
          <p:cNvSpPr/>
          <p:nvPr/>
        </p:nvSpPr>
        <p:spPr>
          <a:xfrm>
            <a:off x="1190491" y="3219471"/>
            <a:ext cx="819173" cy="1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Interface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Text 22">
            <a:extLst>
              <a:ext uri="{FF2B5EF4-FFF2-40B4-BE49-F238E27FC236}">
                <a16:creationId xmlns:a16="http://schemas.microsoft.com/office/drawing/2014/main" id="{F5FCE022-882A-BE4B-B764-B6DF1C83D847}"/>
              </a:ext>
            </a:extLst>
          </p:cNvPr>
          <p:cNvSpPr/>
          <p:nvPr/>
        </p:nvSpPr>
        <p:spPr>
          <a:xfrm>
            <a:off x="2314471" y="3219471"/>
            <a:ext cx="819173" cy="1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Storage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Text 28">
            <a:extLst>
              <a:ext uri="{FF2B5EF4-FFF2-40B4-BE49-F238E27FC236}">
                <a16:creationId xmlns:a16="http://schemas.microsoft.com/office/drawing/2014/main" id="{73FB89F7-BE6D-8F4A-96C4-5716F3C4AC19}"/>
              </a:ext>
            </a:extLst>
          </p:cNvPr>
          <p:cNvSpPr/>
          <p:nvPr/>
        </p:nvSpPr>
        <p:spPr>
          <a:xfrm>
            <a:off x="5686414" y="3219470"/>
            <a:ext cx="819173" cy="342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Content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Delivery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Text 34">
            <a:extLst>
              <a:ext uri="{FF2B5EF4-FFF2-40B4-BE49-F238E27FC236}">
                <a16:creationId xmlns:a16="http://schemas.microsoft.com/office/drawing/2014/main" id="{66A489EA-1777-0747-8E00-E7FBC0679555}"/>
              </a:ext>
            </a:extLst>
          </p:cNvPr>
          <p:cNvSpPr/>
          <p:nvPr/>
        </p:nvSpPr>
        <p:spPr>
          <a:xfrm>
            <a:off x="9058356" y="3219470"/>
            <a:ext cx="819173" cy="342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Application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Instance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Text 36">
            <a:extLst>
              <a:ext uri="{FF2B5EF4-FFF2-40B4-BE49-F238E27FC236}">
                <a16:creationId xmlns:a16="http://schemas.microsoft.com/office/drawing/2014/main" id="{CF4DBAC7-36D5-B046-9D45-E6338FF65608}"/>
              </a:ext>
            </a:extLst>
          </p:cNvPr>
          <p:cNvSpPr/>
          <p:nvPr/>
        </p:nvSpPr>
        <p:spPr>
          <a:xfrm>
            <a:off x="10182336" y="3219470"/>
            <a:ext cx="819173" cy="342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Application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Service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 40">
            <a:extLst>
              <a:ext uri="{FF2B5EF4-FFF2-40B4-BE49-F238E27FC236}">
                <a16:creationId xmlns:a16="http://schemas.microsoft.com/office/drawing/2014/main" id="{8027DFCC-32D1-4047-B508-41883BAFE3BE}"/>
              </a:ext>
            </a:extLst>
          </p:cNvPr>
          <p:cNvSpPr/>
          <p:nvPr/>
        </p:nvSpPr>
        <p:spPr>
          <a:xfrm>
            <a:off x="2314471" y="4495696"/>
            <a:ext cx="819173" cy="1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Dev Tools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Text 44">
            <a:extLst>
              <a:ext uri="{FF2B5EF4-FFF2-40B4-BE49-F238E27FC236}">
                <a16:creationId xmlns:a16="http://schemas.microsoft.com/office/drawing/2014/main" id="{327CD13A-A0A5-2B4D-B447-F69C96C0DEB7}"/>
              </a:ext>
            </a:extLst>
          </p:cNvPr>
          <p:cNvSpPr/>
          <p:nvPr/>
        </p:nvSpPr>
        <p:spPr>
          <a:xfrm>
            <a:off x="3438453" y="4495696"/>
            <a:ext cx="819173" cy="342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Medical &amp;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Healthcare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Text 46">
            <a:extLst>
              <a:ext uri="{FF2B5EF4-FFF2-40B4-BE49-F238E27FC236}">
                <a16:creationId xmlns:a16="http://schemas.microsoft.com/office/drawing/2014/main" id="{D7201740-152D-2944-ACF0-2BCD6C5EDAED}"/>
              </a:ext>
            </a:extLst>
          </p:cNvPr>
          <p:cNvSpPr/>
          <p:nvPr/>
        </p:nvSpPr>
        <p:spPr>
          <a:xfrm>
            <a:off x="4562434" y="4495696"/>
            <a:ext cx="819173" cy="1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Manufacturing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Text 48">
            <a:extLst>
              <a:ext uri="{FF2B5EF4-FFF2-40B4-BE49-F238E27FC236}">
                <a16:creationId xmlns:a16="http://schemas.microsoft.com/office/drawing/2014/main" id="{16053655-CF03-6A45-AB5C-B3D6F669A254}"/>
              </a:ext>
            </a:extLst>
          </p:cNvPr>
          <p:cNvSpPr/>
          <p:nvPr/>
        </p:nvSpPr>
        <p:spPr>
          <a:xfrm>
            <a:off x="5686414" y="4495696"/>
            <a:ext cx="819173" cy="1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Finance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Text 50">
            <a:extLst>
              <a:ext uri="{FF2B5EF4-FFF2-40B4-BE49-F238E27FC236}">
                <a16:creationId xmlns:a16="http://schemas.microsoft.com/office/drawing/2014/main" id="{464C12EE-ED04-2447-AD5B-45E012433572}"/>
              </a:ext>
            </a:extLst>
          </p:cNvPr>
          <p:cNvSpPr/>
          <p:nvPr/>
        </p:nvSpPr>
        <p:spPr>
          <a:xfrm>
            <a:off x="6972325" y="4495696"/>
            <a:ext cx="495314" cy="342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Machine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Learning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Text 52">
            <a:extLst>
              <a:ext uri="{FF2B5EF4-FFF2-40B4-BE49-F238E27FC236}">
                <a16:creationId xmlns:a16="http://schemas.microsoft.com/office/drawing/2014/main" id="{15C78E86-0BF0-3C44-870A-44E5C42FFF1F}"/>
              </a:ext>
            </a:extLst>
          </p:cNvPr>
          <p:cNvSpPr/>
          <p:nvPr/>
        </p:nvSpPr>
        <p:spPr>
          <a:xfrm>
            <a:off x="7934376" y="4495696"/>
            <a:ext cx="819173" cy="1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IoT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Text 54">
            <a:extLst>
              <a:ext uri="{FF2B5EF4-FFF2-40B4-BE49-F238E27FC236}">
                <a16:creationId xmlns:a16="http://schemas.microsoft.com/office/drawing/2014/main" id="{ED202449-B2DE-8542-BF2D-33E5BE7243AA}"/>
              </a:ext>
            </a:extLst>
          </p:cNvPr>
          <p:cNvSpPr/>
          <p:nvPr/>
        </p:nvSpPr>
        <p:spPr>
          <a:xfrm>
            <a:off x="9058356" y="4495696"/>
            <a:ext cx="819173" cy="1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IP ACL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Text 56">
            <a:extLst>
              <a:ext uri="{FF2B5EF4-FFF2-40B4-BE49-F238E27FC236}">
                <a16:creationId xmlns:a16="http://schemas.microsoft.com/office/drawing/2014/main" id="{D518B57E-25C4-BE42-8D64-CF79C7F1E30E}"/>
              </a:ext>
            </a:extLst>
          </p:cNvPr>
          <p:cNvSpPr/>
          <p:nvPr/>
        </p:nvSpPr>
        <p:spPr>
          <a:xfrm>
            <a:off x="10182174" y="4490138"/>
            <a:ext cx="819173" cy="342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Login Security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Settings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Text 58">
            <a:extLst>
              <a:ext uri="{FF2B5EF4-FFF2-40B4-BE49-F238E27FC236}">
                <a16:creationId xmlns:a16="http://schemas.microsoft.com/office/drawing/2014/main" id="{7DE84410-1363-A543-AB04-1B7324E7877F}"/>
              </a:ext>
            </a:extLst>
          </p:cNvPr>
          <p:cNvSpPr/>
          <p:nvPr/>
        </p:nvSpPr>
        <p:spPr>
          <a:xfrm>
            <a:off x="1190491" y="5771921"/>
            <a:ext cx="819173" cy="1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External</a:t>
            </a:r>
            <a:r>
              <a:rPr lang="ko-KR" altLang="en-US" sz="10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User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Text 60">
            <a:extLst>
              <a:ext uri="{FF2B5EF4-FFF2-40B4-BE49-F238E27FC236}">
                <a16:creationId xmlns:a16="http://schemas.microsoft.com/office/drawing/2014/main" id="{8046AE47-496F-FE40-9AD7-487D66FEFC19}"/>
              </a:ext>
            </a:extLst>
          </p:cNvPr>
          <p:cNvSpPr/>
          <p:nvPr/>
        </p:nvSpPr>
        <p:spPr>
          <a:xfrm>
            <a:off x="2314472" y="5771921"/>
            <a:ext cx="819173" cy="1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Internal</a:t>
            </a:r>
            <a:r>
              <a:rPr lang="ko-KR" altLang="en-US" sz="10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User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Text 62">
            <a:extLst>
              <a:ext uri="{FF2B5EF4-FFF2-40B4-BE49-F238E27FC236}">
                <a16:creationId xmlns:a16="http://schemas.microsoft.com/office/drawing/2014/main" id="{036614C2-E1B6-E643-BBE9-A457C7CB7198}"/>
              </a:ext>
            </a:extLst>
          </p:cNvPr>
          <p:cNvSpPr/>
          <p:nvPr/>
        </p:nvSpPr>
        <p:spPr>
          <a:xfrm>
            <a:off x="3438453" y="5771920"/>
            <a:ext cx="819173" cy="1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Administrator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Shape 22">
            <a:extLst>
              <a:ext uri="{FF2B5EF4-FFF2-40B4-BE49-F238E27FC236}">
                <a16:creationId xmlns:a16="http://schemas.microsoft.com/office/drawing/2014/main" id="{C5CF4FFE-5039-D745-937F-E9F0CB8C228F}"/>
              </a:ext>
            </a:extLst>
          </p:cNvPr>
          <p:cNvSpPr/>
          <p:nvPr/>
        </p:nvSpPr>
        <p:spPr>
          <a:xfrm>
            <a:off x="381011" y="276533"/>
            <a:ext cx="2390840" cy="438107"/>
          </a:xfrm>
          <a:prstGeom prst="rect">
            <a:avLst/>
          </a:prstGeom>
          <a:noFill/>
          <a:ln/>
        </p:spPr>
      </p:sp>
      <p:sp>
        <p:nvSpPr>
          <p:cNvPr id="131" name="Text 3">
            <a:extLst>
              <a:ext uri="{FF2B5EF4-FFF2-40B4-BE49-F238E27FC236}">
                <a16:creationId xmlns:a16="http://schemas.microsoft.com/office/drawing/2014/main" id="{89A603D5-5695-7B45-A798-65A9B2522E33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132" name="Text 4">
            <a:extLst>
              <a:ext uri="{FF2B5EF4-FFF2-40B4-BE49-F238E27FC236}">
                <a16:creationId xmlns:a16="http://schemas.microsoft.com/office/drawing/2014/main" id="{64145297-AF1E-004D-805A-0012BD742824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General Icons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Text 1">
            <a:extLst>
              <a:ext uri="{FF2B5EF4-FFF2-40B4-BE49-F238E27FC236}">
                <a16:creationId xmlns:a16="http://schemas.microsoft.com/office/drawing/2014/main" id="{78189CD7-6D73-8F48-AA40-C7EC7207CDBC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18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4" name="Image 0">
            <a:extLst>
              <a:ext uri="{FF2B5EF4-FFF2-40B4-BE49-F238E27FC236}">
                <a16:creationId xmlns:a16="http://schemas.microsoft.com/office/drawing/2014/main" id="{32CEE09F-A3D0-0C44-82CA-B8D35F572A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314517" y="1257512"/>
            <a:ext cx="571444" cy="571444"/>
          </a:xfrm>
          <a:prstGeom prst="rect">
            <a:avLst/>
          </a:prstGeom>
        </p:spPr>
      </p:pic>
      <p:pic>
        <p:nvPicPr>
          <p:cNvPr id="135" name="Image 1">
            <a:extLst>
              <a:ext uri="{FF2B5EF4-FFF2-40B4-BE49-F238E27FC236}">
                <a16:creationId xmlns:a16="http://schemas.microsoft.com/office/drawing/2014/main" id="{9F08076C-24D4-C340-84AE-4F47BC72A0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2438498" y="1257512"/>
            <a:ext cx="571444" cy="571444"/>
          </a:xfrm>
          <a:prstGeom prst="rect">
            <a:avLst/>
          </a:prstGeom>
        </p:spPr>
      </p:pic>
      <p:pic>
        <p:nvPicPr>
          <p:cNvPr id="136" name="Image 2">
            <a:extLst>
              <a:ext uri="{FF2B5EF4-FFF2-40B4-BE49-F238E27FC236}">
                <a16:creationId xmlns:a16="http://schemas.microsoft.com/office/drawing/2014/main" id="{8E69BC28-4965-9248-80CF-6CEAF50F2E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3562479" y="1257512"/>
            <a:ext cx="571444" cy="571444"/>
          </a:xfrm>
          <a:prstGeom prst="rect">
            <a:avLst/>
          </a:prstGeom>
        </p:spPr>
      </p:pic>
      <p:pic>
        <p:nvPicPr>
          <p:cNvPr id="137" name="Image 3">
            <a:extLst>
              <a:ext uri="{FF2B5EF4-FFF2-40B4-BE49-F238E27FC236}">
                <a16:creationId xmlns:a16="http://schemas.microsoft.com/office/drawing/2014/main" id="{3F738D41-BE7E-0D41-9583-2110F034B13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686459" y="1257512"/>
            <a:ext cx="571444" cy="571444"/>
          </a:xfrm>
          <a:prstGeom prst="rect">
            <a:avLst/>
          </a:prstGeom>
        </p:spPr>
      </p:pic>
      <p:pic>
        <p:nvPicPr>
          <p:cNvPr id="138" name="Image 4">
            <a:extLst>
              <a:ext uri="{FF2B5EF4-FFF2-40B4-BE49-F238E27FC236}">
                <a16:creationId xmlns:a16="http://schemas.microsoft.com/office/drawing/2014/main" id="{DE0CC5C0-7E63-2F43-B15A-D2237DB5F54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5810441" y="1257512"/>
            <a:ext cx="571444" cy="571444"/>
          </a:xfrm>
          <a:prstGeom prst="rect">
            <a:avLst/>
          </a:prstGeom>
        </p:spPr>
      </p:pic>
      <p:pic>
        <p:nvPicPr>
          <p:cNvPr id="139" name="Image 5">
            <a:extLst>
              <a:ext uri="{FF2B5EF4-FFF2-40B4-BE49-F238E27FC236}">
                <a16:creationId xmlns:a16="http://schemas.microsoft.com/office/drawing/2014/main" id="{D8BA764F-13E5-A144-8D19-C119ECF8DA9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6934421" y="1257512"/>
            <a:ext cx="571444" cy="571444"/>
          </a:xfrm>
          <a:prstGeom prst="rect">
            <a:avLst/>
          </a:prstGeom>
        </p:spPr>
      </p:pic>
      <p:pic>
        <p:nvPicPr>
          <p:cNvPr id="140" name="Image 6" descr=" ">
            <a:extLst>
              <a:ext uri="{FF2B5EF4-FFF2-40B4-BE49-F238E27FC236}">
                <a16:creationId xmlns:a16="http://schemas.microsoft.com/office/drawing/2014/main" id="{CE87BF20-B4E4-324D-AC9D-69FE7DEA38B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058367" y="1257512"/>
            <a:ext cx="571515" cy="571444"/>
          </a:xfrm>
          <a:prstGeom prst="rect">
            <a:avLst/>
          </a:prstGeom>
        </p:spPr>
      </p:pic>
      <p:pic>
        <p:nvPicPr>
          <p:cNvPr id="141" name="Image 7" descr=" ">
            <a:extLst>
              <a:ext uri="{FF2B5EF4-FFF2-40B4-BE49-F238E27FC236}">
                <a16:creationId xmlns:a16="http://schemas.microsoft.com/office/drawing/2014/main" id="{4E2449E6-B5F5-7548-9244-CAADDA4C0DF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182185" y="1257512"/>
            <a:ext cx="571515" cy="571444"/>
          </a:xfrm>
          <a:prstGeom prst="rect">
            <a:avLst/>
          </a:prstGeom>
        </p:spPr>
      </p:pic>
      <p:pic>
        <p:nvPicPr>
          <p:cNvPr id="142" name="Image 8" descr=" ">
            <a:extLst>
              <a:ext uri="{FF2B5EF4-FFF2-40B4-BE49-F238E27FC236}">
                <a16:creationId xmlns:a16="http://schemas.microsoft.com/office/drawing/2014/main" id="{CC1DAE02-3402-A840-8567-B8AC6F6D3B4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306165" y="1257512"/>
            <a:ext cx="571515" cy="571444"/>
          </a:xfrm>
          <a:prstGeom prst="rect">
            <a:avLst/>
          </a:prstGeom>
        </p:spPr>
      </p:pic>
      <p:pic>
        <p:nvPicPr>
          <p:cNvPr id="143" name="Image 9" descr=" ">
            <a:extLst>
              <a:ext uri="{FF2B5EF4-FFF2-40B4-BE49-F238E27FC236}">
                <a16:creationId xmlns:a16="http://schemas.microsoft.com/office/drawing/2014/main" id="{A771632E-66F9-7349-91BF-3817C726AC2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314482" y="2524213"/>
            <a:ext cx="571515" cy="571444"/>
          </a:xfrm>
          <a:prstGeom prst="rect">
            <a:avLst/>
          </a:prstGeom>
        </p:spPr>
      </p:pic>
      <p:pic>
        <p:nvPicPr>
          <p:cNvPr id="144" name="Image 10" descr=" ">
            <a:extLst>
              <a:ext uri="{FF2B5EF4-FFF2-40B4-BE49-F238E27FC236}">
                <a16:creationId xmlns:a16="http://schemas.microsoft.com/office/drawing/2014/main" id="{19CA2629-3B33-AB40-A1ED-A27ED77B134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438463" y="2533738"/>
            <a:ext cx="571515" cy="571444"/>
          </a:xfrm>
          <a:prstGeom prst="rect">
            <a:avLst/>
          </a:prstGeom>
        </p:spPr>
      </p:pic>
      <p:pic>
        <p:nvPicPr>
          <p:cNvPr id="147" name="Image 13" descr=" ">
            <a:extLst>
              <a:ext uri="{FF2B5EF4-FFF2-40B4-BE49-F238E27FC236}">
                <a16:creationId xmlns:a16="http://schemas.microsoft.com/office/drawing/2014/main" id="{9A13664E-B8A6-1B4B-AB01-B314ADF18BEA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810406" y="2533738"/>
            <a:ext cx="571515" cy="571444"/>
          </a:xfrm>
          <a:prstGeom prst="rect">
            <a:avLst/>
          </a:prstGeom>
        </p:spPr>
      </p:pic>
      <p:pic>
        <p:nvPicPr>
          <p:cNvPr id="150" name="Image 16" descr=" ">
            <a:extLst>
              <a:ext uri="{FF2B5EF4-FFF2-40B4-BE49-F238E27FC236}">
                <a16:creationId xmlns:a16="http://schemas.microsoft.com/office/drawing/2014/main" id="{39DD6DCF-28D5-D143-9ACB-189897F8D5D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182185" y="2533738"/>
            <a:ext cx="571515" cy="571444"/>
          </a:xfrm>
          <a:prstGeom prst="rect">
            <a:avLst/>
          </a:prstGeom>
        </p:spPr>
      </p:pic>
      <p:pic>
        <p:nvPicPr>
          <p:cNvPr id="151" name="Image 17" descr=" ">
            <a:extLst>
              <a:ext uri="{FF2B5EF4-FFF2-40B4-BE49-F238E27FC236}">
                <a16:creationId xmlns:a16="http://schemas.microsoft.com/office/drawing/2014/main" id="{49500809-6069-3D4A-9306-F650BE7561C9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306165" y="2533738"/>
            <a:ext cx="571515" cy="571444"/>
          </a:xfrm>
          <a:prstGeom prst="rect">
            <a:avLst/>
          </a:prstGeom>
        </p:spPr>
      </p:pic>
      <p:pic>
        <p:nvPicPr>
          <p:cNvPr id="153" name="Image 19" descr=" ">
            <a:extLst>
              <a:ext uri="{FF2B5EF4-FFF2-40B4-BE49-F238E27FC236}">
                <a16:creationId xmlns:a16="http://schemas.microsoft.com/office/drawing/2014/main" id="{512F4D38-539F-6244-95D4-1A6E014292A6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438463" y="3809963"/>
            <a:ext cx="571515" cy="571444"/>
          </a:xfrm>
          <a:prstGeom prst="rect">
            <a:avLst/>
          </a:prstGeom>
        </p:spPr>
      </p:pic>
      <p:pic>
        <p:nvPicPr>
          <p:cNvPr id="155" name="Image 21" descr=" ">
            <a:extLst>
              <a:ext uri="{FF2B5EF4-FFF2-40B4-BE49-F238E27FC236}">
                <a16:creationId xmlns:a16="http://schemas.microsoft.com/office/drawing/2014/main" id="{6A650C5E-F733-9141-804E-BA41E080509E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3562444" y="3809963"/>
            <a:ext cx="571515" cy="571444"/>
          </a:xfrm>
          <a:prstGeom prst="rect">
            <a:avLst/>
          </a:prstGeom>
        </p:spPr>
      </p:pic>
      <p:pic>
        <p:nvPicPr>
          <p:cNvPr id="156" name="Image 22" descr=" ">
            <a:extLst>
              <a:ext uri="{FF2B5EF4-FFF2-40B4-BE49-F238E27FC236}">
                <a16:creationId xmlns:a16="http://schemas.microsoft.com/office/drawing/2014/main" id="{DEF55E5C-F871-B342-98BF-8D6883DD565E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4686426" y="3809963"/>
            <a:ext cx="571515" cy="571444"/>
          </a:xfrm>
          <a:prstGeom prst="rect">
            <a:avLst/>
          </a:prstGeom>
        </p:spPr>
      </p:pic>
      <p:pic>
        <p:nvPicPr>
          <p:cNvPr id="157" name="Image 23" descr=" ">
            <a:extLst>
              <a:ext uri="{FF2B5EF4-FFF2-40B4-BE49-F238E27FC236}">
                <a16:creationId xmlns:a16="http://schemas.microsoft.com/office/drawing/2014/main" id="{7EA7C68C-2FD0-124D-A2EB-1A4357203B69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5810406" y="3809963"/>
            <a:ext cx="571515" cy="571444"/>
          </a:xfrm>
          <a:prstGeom prst="rect">
            <a:avLst/>
          </a:prstGeom>
        </p:spPr>
      </p:pic>
      <p:pic>
        <p:nvPicPr>
          <p:cNvPr id="158" name="Image 24" descr=" ">
            <a:extLst>
              <a:ext uri="{FF2B5EF4-FFF2-40B4-BE49-F238E27FC236}">
                <a16:creationId xmlns:a16="http://schemas.microsoft.com/office/drawing/2014/main" id="{FDBA96EF-B793-5E48-AB76-A17B0754CDCF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6934387" y="3809963"/>
            <a:ext cx="571515" cy="571444"/>
          </a:xfrm>
          <a:prstGeom prst="rect">
            <a:avLst/>
          </a:prstGeom>
        </p:spPr>
      </p:pic>
      <p:pic>
        <p:nvPicPr>
          <p:cNvPr id="159" name="Image 25" descr=" ">
            <a:extLst>
              <a:ext uri="{FF2B5EF4-FFF2-40B4-BE49-F238E27FC236}">
                <a16:creationId xmlns:a16="http://schemas.microsoft.com/office/drawing/2014/main" id="{846EE7E4-905C-3A42-AA4D-663C73DFE61C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8058367" y="3809963"/>
            <a:ext cx="571515" cy="571444"/>
          </a:xfrm>
          <a:prstGeom prst="rect">
            <a:avLst/>
          </a:prstGeom>
        </p:spPr>
      </p:pic>
      <p:pic>
        <p:nvPicPr>
          <p:cNvPr id="160" name="Image 26" descr=" ">
            <a:extLst>
              <a:ext uri="{FF2B5EF4-FFF2-40B4-BE49-F238E27FC236}">
                <a16:creationId xmlns:a16="http://schemas.microsoft.com/office/drawing/2014/main" id="{9006BCA4-2A1F-BF44-8B70-187B3C581B0C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9182185" y="3809963"/>
            <a:ext cx="571515" cy="571444"/>
          </a:xfrm>
          <a:prstGeom prst="rect">
            <a:avLst/>
          </a:prstGeom>
        </p:spPr>
      </p:pic>
      <p:pic>
        <p:nvPicPr>
          <p:cNvPr id="161" name="Image 27" descr=" ">
            <a:extLst>
              <a:ext uri="{FF2B5EF4-FFF2-40B4-BE49-F238E27FC236}">
                <a16:creationId xmlns:a16="http://schemas.microsoft.com/office/drawing/2014/main" id="{951CC0FD-3B62-274D-AA34-8F81E6E5AE95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0306165" y="3804405"/>
            <a:ext cx="571515" cy="571444"/>
          </a:xfrm>
          <a:prstGeom prst="rect">
            <a:avLst/>
          </a:prstGeom>
        </p:spPr>
      </p:pic>
      <p:pic>
        <p:nvPicPr>
          <p:cNvPr id="162" name="Image 28">
            <a:extLst>
              <a:ext uri="{FF2B5EF4-FFF2-40B4-BE49-F238E27FC236}">
                <a16:creationId xmlns:a16="http://schemas.microsoft.com/office/drawing/2014/main" id="{A59AEBD1-4F3D-A24B-A635-C04B8500FA67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/>
        </p:blipFill>
        <p:spPr>
          <a:xfrm>
            <a:off x="1314518" y="5086188"/>
            <a:ext cx="571444" cy="571444"/>
          </a:xfrm>
          <a:prstGeom prst="rect">
            <a:avLst/>
          </a:prstGeom>
        </p:spPr>
      </p:pic>
      <p:pic>
        <p:nvPicPr>
          <p:cNvPr id="163" name="Image 29">
            <a:extLst>
              <a:ext uri="{FF2B5EF4-FFF2-40B4-BE49-F238E27FC236}">
                <a16:creationId xmlns:a16="http://schemas.microsoft.com/office/drawing/2014/main" id="{25211B73-2928-CB41-9DDD-9B7BD2172C95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/>
        </p:blipFill>
        <p:spPr>
          <a:xfrm>
            <a:off x="2438499" y="5086188"/>
            <a:ext cx="571444" cy="571444"/>
          </a:xfrm>
          <a:prstGeom prst="rect">
            <a:avLst/>
          </a:prstGeom>
        </p:spPr>
      </p:pic>
      <p:pic>
        <p:nvPicPr>
          <p:cNvPr id="164" name="Image 30">
            <a:extLst>
              <a:ext uri="{FF2B5EF4-FFF2-40B4-BE49-F238E27FC236}">
                <a16:creationId xmlns:a16="http://schemas.microsoft.com/office/drawing/2014/main" id="{8DE1E788-AFB0-1D4A-A0EF-A6EAB8237F11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/>
        </p:blipFill>
        <p:spPr>
          <a:xfrm>
            <a:off x="3562479" y="5086188"/>
            <a:ext cx="571444" cy="571444"/>
          </a:xfrm>
          <a:prstGeom prst="rect">
            <a:avLst/>
          </a:prstGeom>
        </p:spPr>
      </p:pic>
      <p:sp>
        <p:nvSpPr>
          <p:cNvPr id="2" name="Shape 45">
            <a:extLst>
              <a:ext uri="{FF2B5EF4-FFF2-40B4-BE49-F238E27FC236}">
                <a16:creationId xmlns:a16="http://schemas.microsoft.com/office/drawing/2014/main" id="{8CCA712D-CCAE-BF8B-FC79-ACC20843EB4B}"/>
              </a:ext>
            </a:extLst>
          </p:cNvPr>
          <p:cNvSpPr/>
          <p:nvPr/>
        </p:nvSpPr>
        <p:spPr>
          <a:xfrm>
            <a:off x="4578469" y="5090123"/>
            <a:ext cx="781071" cy="838118"/>
          </a:xfrm>
          <a:prstGeom prst="rect">
            <a:avLst/>
          </a:prstGeom>
          <a:noFill/>
          <a:ln/>
        </p:spPr>
      </p:sp>
      <p:sp>
        <p:nvSpPr>
          <p:cNvPr id="4" name="Shape 47">
            <a:extLst>
              <a:ext uri="{FF2B5EF4-FFF2-40B4-BE49-F238E27FC236}">
                <a16:creationId xmlns:a16="http://schemas.microsoft.com/office/drawing/2014/main" id="{0FC3DD9A-211C-F7D5-E4ED-EE42920B1626}"/>
              </a:ext>
            </a:extLst>
          </p:cNvPr>
          <p:cNvSpPr/>
          <p:nvPr/>
        </p:nvSpPr>
        <p:spPr>
          <a:xfrm>
            <a:off x="5702449" y="5090123"/>
            <a:ext cx="781071" cy="838118"/>
          </a:xfrm>
          <a:prstGeom prst="rect">
            <a:avLst/>
          </a:prstGeom>
          <a:noFill/>
          <a:ln/>
        </p:spPr>
      </p:sp>
      <p:sp>
        <p:nvSpPr>
          <p:cNvPr id="5" name="Shape 49">
            <a:extLst>
              <a:ext uri="{FF2B5EF4-FFF2-40B4-BE49-F238E27FC236}">
                <a16:creationId xmlns:a16="http://schemas.microsoft.com/office/drawing/2014/main" id="{4ACB437F-73AF-1D84-1B22-358DA5428EC3}"/>
              </a:ext>
            </a:extLst>
          </p:cNvPr>
          <p:cNvSpPr/>
          <p:nvPr/>
        </p:nvSpPr>
        <p:spPr>
          <a:xfrm>
            <a:off x="6826431" y="5090123"/>
            <a:ext cx="781071" cy="990503"/>
          </a:xfrm>
          <a:prstGeom prst="rect">
            <a:avLst/>
          </a:prstGeom>
          <a:noFill/>
          <a:ln/>
        </p:spPr>
      </p:sp>
      <p:sp>
        <p:nvSpPr>
          <p:cNvPr id="7" name="Shape 51">
            <a:extLst>
              <a:ext uri="{FF2B5EF4-FFF2-40B4-BE49-F238E27FC236}">
                <a16:creationId xmlns:a16="http://schemas.microsoft.com/office/drawing/2014/main" id="{91F48673-E58A-C2FE-E9F7-BEE22D5471D6}"/>
              </a:ext>
            </a:extLst>
          </p:cNvPr>
          <p:cNvSpPr/>
          <p:nvPr/>
        </p:nvSpPr>
        <p:spPr>
          <a:xfrm>
            <a:off x="7950411" y="5090123"/>
            <a:ext cx="781071" cy="838118"/>
          </a:xfrm>
          <a:prstGeom prst="rect">
            <a:avLst/>
          </a:prstGeom>
          <a:noFill/>
          <a:ln/>
        </p:spPr>
      </p:sp>
      <p:sp>
        <p:nvSpPr>
          <p:cNvPr id="8" name="Shape 53">
            <a:extLst>
              <a:ext uri="{FF2B5EF4-FFF2-40B4-BE49-F238E27FC236}">
                <a16:creationId xmlns:a16="http://schemas.microsoft.com/office/drawing/2014/main" id="{D6E9F6ED-2C9F-5CDC-3C35-61CE18BA5F60}"/>
              </a:ext>
            </a:extLst>
          </p:cNvPr>
          <p:cNvSpPr/>
          <p:nvPr/>
        </p:nvSpPr>
        <p:spPr>
          <a:xfrm>
            <a:off x="9077407" y="5090123"/>
            <a:ext cx="781071" cy="838118"/>
          </a:xfrm>
          <a:prstGeom prst="rect">
            <a:avLst/>
          </a:prstGeom>
          <a:noFill/>
          <a:ln/>
        </p:spPr>
      </p:sp>
      <p:sp>
        <p:nvSpPr>
          <p:cNvPr id="10" name="Shape 55">
            <a:extLst>
              <a:ext uri="{FF2B5EF4-FFF2-40B4-BE49-F238E27FC236}">
                <a16:creationId xmlns:a16="http://schemas.microsoft.com/office/drawing/2014/main" id="{FAF230F5-35A0-4C0E-647B-2990095B79B1}"/>
              </a:ext>
            </a:extLst>
          </p:cNvPr>
          <p:cNvSpPr/>
          <p:nvPr/>
        </p:nvSpPr>
        <p:spPr>
          <a:xfrm>
            <a:off x="10198209" y="5084565"/>
            <a:ext cx="781071" cy="990503"/>
          </a:xfrm>
          <a:prstGeom prst="rect">
            <a:avLst/>
          </a:prstGeom>
          <a:noFill/>
          <a:ln/>
        </p:spPr>
      </p:sp>
      <p:sp>
        <p:nvSpPr>
          <p:cNvPr id="11" name="Text 46">
            <a:extLst>
              <a:ext uri="{FF2B5EF4-FFF2-40B4-BE49-F238E27FC236}">
                <a16:creationId xmlns:a16="http://schemas.microsoft.com/office/drawing/2014/main" id="{959CA911-0EE4-2F9B-3256-0E8C4EC2A911}"/>
              </a:ext>
            </a:extLst>
          </p:cNvPr>
          <p:cNvSpPr/>
          <p:nvPr/>
        </p:nvSpPr>
        <p:spPr>
          <a:xfrm>
            <a:off x="4562434" y="5775855"/>
            <a:ext cx="819173" cy="1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48">
            <a:extLst>
              <a:ext uri="{FF2B5EF4-FFF2-40B4-BE49-F238E27FC236}">
                <a16:creationId xmlns:a16="http://schemas.microsoft.com/office/drawing/2014/main" id="{624BFED4-BB63-75B9-2ECB-2741511EA67F}"/>
              </a:ext>
            </a:extLst>
          </p:cNvPr>
          <p:cNvSpPr/>
          <p:nvPr/>
        </p:nvSpPr>
        <p:spPr>
          <a:xfrm>
            <a:off x="5686414" y="5775855"/>
            <a:ext cx="819173" cy="1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Mobile client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50">
            <a:extLst>
              <a:ext uri="{FF2B5EF4-FFF2-40B4-BE49-F238E27FC236}">
                <a16:creationId xmlns:a16="http://schemas.microsoft.com/office/drawing/2014/main" id="{56F66D14-69AC-C91C-1D06-ABD29208351C}"/>
              </a:ext>
            </a:extLst>
          </p:cNvPr>
          <p:cNvSpPr/>
          <p:nvPr/>
        </p:nvSpPr>
        <p:spPr>
          <a:xfrm>
            <a:off x="6972325" y="5775856"/>
            <a:ext cx="495314" cy="1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Disk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52">
            <a:extLst>
              <a:ext uri="{FF2B5EF4-FFF2-40B4-BE49-F238E27FC236}">
                <a16:creationId xmlns:a16="http://schemas.microsoft.com/office/drawing/2014/main" id="{9F4119DF-3960-8AD0-D981-E083AC2E8FFF}"/>
              </a:ext>
            </a:extLst>
          </p:cNvPr>
          <p:cNvSpPr/>
          <p:nvPr/>
        </p:nvSpPr>
        <p:spPr>
          <a:xfrm>
            <a:off x="7934376" y="5775855"/>
            <a:ext cx="819173" cy="1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Server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54">
            <a:extLst>
              <a:ext uri="{FF2B5EF4-FFF2-40B4-BE49-F238E27FC236}">
                <a16:creationId xmlns:a16="http://schemas.microsoft.com/office/drawing/2014/main" id="{91BE1DD2-2696-CAD6-F9B3-AE6787DEAD61}"/>
              </a:ext>
            </a:extLst>
          </p:cNvPr>
          <p:cNvSpPr/>
          <p:nvPr/>
        </p:nvSpPr>
        <p:spPr>
          <a:xfrm>
            <a:off x="9058356" y="5775855"/>
            <a:ext cx="819173" cy="1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Servers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56">
            <a:extLst>
              <a:ext uri="{FF2B5EF4-FFF2-40B4-BE49-F238E27FC236}">
                <a16:creationId xmlns:a16="http://schemas.microsoft.com/office/drawing/2014/main" id="{CEF6E63E-9558-5D39-877E-E06A663FB4B5}"/>
              </a:ext>
            </a:extLst>
          </p:cNvPr>
          <p:cNvSpPr/>
          <p:nvPr/>
        </p:nvSpPr>
        <p:spPr>
          <a:xfrm>
            <a:off x="10182174" y="5770298"/>
            <a:ext cx="819173" cy="1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Tape storage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Image 22">
            <a:extLst>
              <a:ext uri="{FF2B5EF4-FFF2-40B4-BE49-F238E27FC236}">
                <a16:creationId xmlns:a16="http://schemas.microsoft.com/office/drawing/2014/main" id="{2390D924-EB19-7848-7E6C-F1D61529F7A5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/>
        </p:blipFill>
        <p:spPr>
          <a:xfrm>
            <a:off x="4686461" y="5090123"/>
            <a:ext cx="571444" cy="571444"/>
          </a:xfrm>
          <a:prstGeom prst="rect">
            <a:avLst/>
          </a:prstGeom>
        </p:spPr>
      </p:pic>
      <p:pic>
        <p:nvPicPr>
          <p:cNvPr id="22" name="Image 23">
            <a:extLst>
              <a:ext uri="{FF2B5EF4-FFF2-40B4-BE49-F238E27FC236}">
                <a16:creationId xmlns:a16="http://schemas.microsoft.com/office/drawing/2014/main" id="{72F59AF7-919F-569D-15FF-C925146E22FE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/>
          <a:stretch/>
        </p:blipFill>
        <p:spPr>
          <a:xfrm>
            <a:off x="5810441" y="5090123"/>
            <a:ext cx="571444" cy="571444"/>
          </a:xfrm>
          <a:prstGeom prst="rect">
            <a:avLst/>
          </a:prstGeom>
        </p:spPr>
      </p:pic>
      <p:pic>
        <p:nvPicPr>
          <p:cNvPr id="23" name="Image 24">
            <a:extLst>
              <a:ext uri="{FF2B5EF4-FFF2-40B4-BE49-F238E27FC236}">
                <a16:creationId xmlns:a16="http://schemas.microsoft.com/office/drawing/2014/main" id="{A443D6FC-CAB0-0A56-B748-820ED82CAD02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/>
          <a:stretch/>
        </p:blipFill>
        <p:spPr>
          <a:xfrm>
            <a:off x="6934422" y="5090123"/>
            <a:ext cx="571444" cy="571444"/>
          </a:xfrm>
          <a:prstGeom prst="rect">
            <a:avLst/>
          </a:prstGeom>
        </p:spPr>
      </p:pic>
      <p:pic>
        <p:nvPicPr>
          <p:cNvPr id="25" name="Image 25">
            <a:extLst>
              <a:ext uri="{FF2B5EF4-FFF2-40B4-BE49-F238E27FC236}">
                <a16:creationId xmlns:a16="http://schemas.microsoft.com/office/drawing/2014/main" id="{055A19D0-932C-B52C-3A75-3CEFC0E0BEA3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rcRect/>
          <a:stretch/>
        </p:blipFill>
        <p:spPr>
          <a:xfrm>
            <a:off x="8058402" y="5090123"/>
            <a:ext cx="571444" cy="571444"/>
          </a:xfrm>
          <a:prstGeom prst="rect">
            <a:avLst/>
          </a:prstGeom>
        </p:spPr>
      </p:pic>
      <p:pic>
        <p:nvPicPr>
          <p:cNvPr id="26" name="Image 26">
            <a:extLst>
              <a:ext uri="{FF2B5EF4-FFF2-40B4-BE49-F238E27FC236}">
                <a16:creationId xmlns:a16="http://schemas.microsoft.com/office/drawing/2014/main" id="{47BD0234-165C-B080-74E0-A756D3AC87A8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rcRect/>
          <a:stretch/>
        </p:blipFill>
        <p:spPr>
          <a:xfrm>
            <a:off x="9182220" y="5090123"/>
            <a:ext cx="571444" cy="571444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E0CE79CE-0F3C-14A2-F09F-8881438F6571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rcRect/>
          <a:stretch/>
        </p:blipFill>
        <p:spPr>
          <a:xfrm>
            <a:off x="10306200" y="5084565"/>
            <a:ext cx="571444" cy="571444"/>
          </a:xfrm>
          <a:prstGeom prst="rect">
            <a:avLst/>
          </a:prstGeom>
        </p:spPr>
      </p:pic>
      <p:sp>
        <p:nvSpPr>
          <p:cNvPr id="31" name="Text 121">
            <a:extLst>
              <a:ext uri="{FF2B5EF4-FFF2-40B4-BE49-F238E27FC236}">
                <a16:creationId xmlns:a16="http://schemas.microsoft.com/office/drawing/2014/main" id="{3678B7CB-3744-7358-414A-2E6AF55A12C4}"/>
              </a:ext>
            </a:extLst>
          </p:cNvPr>
          <p:cNvSpPr/>
          <p:nvPr/>
        </p:nvSpPr>
        <p:spPr>
          <a:xfrm>
            <a:off x="11603566" y="501935"/>
            <a:ext cx="207758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ts val="1650"/>
              </a:lnSpc>
            </a:pPr>
            <a:r>
              <a:rPr lang="en-US" sz="1100" b="1" kern="0" spc="-10" dirty="0">
                <a:solidFill>
                  <a:srgbClr val="555555">
                    <a:alpha val="100000"/>
                  </a:srgbClr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1/</a:t>
            </a:r>
            <a:r>
              <a:rPr lang="en-US" altLang="ko-KR" sz="1100" b="1" kern="0" spc="-10" dirty="0">
                <a:solidFill>
                  <a:srgbClr val="555555">
                    <a:alpha val="100000"/>
                  </a:srgbClr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2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Text 62">
            <a:extLst>
              <a:ext uri="{FF2B5EF4-FFF2-40B4-BE49-F238E27FC236}">
                <a16:creationId xmlns:a16="http://schemas.microsoft.com/office/drawing/2014/main" id="{AC70589E-C382-4E97-89A5-0295CAEC1024}"/>
              </a:ext>
            </a:extLst>
          </p:cNvPr>
          <p:cNvSpPr/>
          <p:nvPr/>
        </p:nvSpPr>
        <p:spPr>
          <a:xfrm>
            <a:off x="1206526" y="4486605"/>
            <a:ext cx="819173" cy="34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NHN Cloud</a:t>
            </a:r>
          </a:p>
          <a:p>
            <a:pPr algn="ctr">
              <a:lnSpc>
                <a:spcPts val="1200"/>
              </a:lnSpc>
            </a:pP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Console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4" name="Image 30">
            <a:extLst>
              <a:ext uri="{FF2B5EF4-FFF2-40B4-BE49-F238E27FC236}">
                <a16:creationId xmlns:a16="http://schemas.microsoft.com/office/drawing/2014/main" id="{E25A0411-0B43-420B-A3F4-4060DD8B47A4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rcRect/>
          <a:stretch/>
        </p:blipFill>
        <p:spPr>
          <a:xfrm>
            <a:off x="1330552" y="3800873"/>
            <a:ext cx="571444" cy="571444"/>
          </a:xfrm>
          <a:prstGeom prst="rect">
            <a:avLst/>
          </a:prstGeom>
        </p:spPr>
      </p:pic>
      <p:sp>
        <p:nvSpPr>
          <p:cNvPr id="165" name="Text 60">
            <a:extLst>
              <a:ext uri="{FF2B5EF4-FFF2-40B4-BE49-F238E27FC236}">
                <a16:creationId xmlns:a16="http://schemas.microsoft.com/office/drawing/2014/main" id="{563919E0-EF21-4307-AC2F-42A83F27C301}"/>
              </a:ext>
            </a:extLst>
          </p:cNvPr>
          <p:cNvSpPr/>
          <p:nvPr/>
        </p:nvSpPr>
        <p:spPr>
          <a:xfrm>
            <a:off x="3463885" y="3219471"/>
            <a:ext cx="819173" cy="1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Git repository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6" name="Image 29">
            <a:extLst>
              <a:ext uri="{FF2B5EF4-FFF2-40B4-BE49-F238E27FC236}">
                <a16:creationId xmlns:a16="http://schemas.microsoft.com/office/drawing/2014/main" id="{23A182CB-466C-4E99-8D94-500368E0D6FD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rcRect/>
          <a:stretch/>
        </p:blipFill>
        <p:spPr>
          <a:xfrm>
            <a:off x="3587912" y="2533738"/>
            <a:ext cx="571444" cy="571444"/>
          </a:xfrm>
          <a:prstGeom prst="rect">
            <a:avLst/>
          </a:prstGeom>
        </p:spPr>
      </p:pic>
      <p:sp>
        <p:nvSpPr>
          <p:cNvPr id="167" name="Text 54">
            <a:extLst>
              <a:ext uri="{FF2B5EF4-FFF2-40B4-BE49-F238E27FC236}">
                <a16:creationId xmlns:a16="http://schemas.microsoft.com/office/drawing/2014/main" id="{153F2BFC-C5A9-4F59-ACA3-CCA893B627A2}"/>
              </a:ext>
            </a:extLst>
          </p:cNvPr>
          <p:cNvSpPr/>
          <p:nvPr/>
        </p:nvSpPr>
        <p:spPr>
          <a:xfrm>
            <a:off x="4605414" y="3223951"/>
            <a:ext cx="819173" cy="34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Generic application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8" name="Image 26">
            <a:extLst>
              <a:ext uri="{FF2B5EF4-FFF2-40B4-BE49-F238E27FC236}">
                <a16:creationId xmlns:a16="http://schemas.microsoft.com/office/drawing/2014/main" id="{61D2FAFB-5F1B-4C9A-A7DD-F1CCA18DDDAA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rcRect/>
          <a:stretch/>
        </p:blipFill>
        <p:spPr>
          <a:xfrm>
            <a:off x="4729278" y="2538219"/>
            <a:ext cx="571444" cy="571444"/>
          </a:xfrm>
          <a:prstGeom prst="rect">
            <a:avLst/>
          </a:prstGeom>
        </p:spPr>
      </p:pic>
      <p:sp>
        <p:nvSpPr>
          <p:cNvPr id="169" name="Text 52">
            <a:extLst>
              <a:ext uri="{FF2B5EF4-FFF2-40B4-BE49-F238E27FC236}">
                <a16:creationId xmlns:a16="http://schemas.microsoft.com/office/drawing/2014/main" id="{6D7BF379-ADFF-4086-A059-09C3CD545655}"/>
              </a:ext>
            </a:extLst>
          </p:cNvPr>
          <p:cNvSpPr/>
          <p:nvPr/>
        </p:nvSpPr>
        <p:spPr>
          <a:xfrm>
            <a:off x="6792966" y="3223951"/>
            <a:ext cx="819173" cy="1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 table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0" name="Image 25">
            <a:extLst>
              <a:ext uri="{FF2B5EF4-FFF2-40B4-BE49-F238E27FC236}">
                <a16:creationId xmlns:a16="http://schemas.microsoft.com/office/drawing/2014/main" id="{2E55DF58-031F-421F-9D52-F53DA2F935AC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rcRect/>
          <a:stretch/>
        </p:blipFill>
        <p:spPr>
          <a:xfrm>
            <a:off x="6916992" y="2538219"/>
            <a:ext cx="571444" cy="571444"/>
          </a:xfrm>
          <a:prstGeom prst="rect">
            <a:avLst/>
          </a:prstGeom>
        </p:spPr>
      </p:pic>
      <p:sp>
        <p:nvSpPr>
          <p:cNvPr id="171" name="Text 58">
            <a:extLst>
              <a:ext uri="{FF2B5EF4-FFF2-40B4-BE49-F238E27FC236}">
                <a16:creationId xmlns:a16="http://schemas.microsoft.com/office/drawing/2014/main" id="{886BDD3E-58CB-4EEC-B194-3FF994B3F490}"/>
              </a:ext>
            </a:extLst>
          </p:cNvPr>
          <p:cNvSpPr/>
          <p:nvPr/>
        </p:nvSpPr>
        <p:spPr>
          <a:xfrm>
            <a:off x="7954417" y="3257407"/>
            <a:ext cx="819173" cy="1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Metrics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2" name="Image 28">
            <a:extLst>
              <a:ext uri="{FF2B5EF4-FFF2-40B4-BE49-F238E27FC236}">
                <a16:creationId xmlns:a16="http://schemas.microsoft.com/office/drawing/2014/main" id="{3C729267-35E2-41A7-B4A0-BC312A804C97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rcRect/>
          <a:stretch/>
        </p:blipFill>
        <p:spPr>
          <a:xfrm>
            <a:off x="8078444" y="2571674"/>
            <a:ext cx="571444" cy="57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2782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206526" y="1257512"/>
            <a:ext cx="781071" cy="838118"/>
          </a:xfrm>
          <a:prstGeom prst="rect">
            <a:avLst/>
          </a:prstGeom>
          <a:noFill/>
          <a:ln/>
        </p:spPr>
      </p:sp>
      <p:sp>
        <p:nvSpPr>
          <p:cNvPr id="6" name="Shape 3"/>
          <p:cNvSpPr/>
          <p:nvPr/>
        </p:nvSpPr>
        <p:spPr>
          <a:xfrm>
            <a:off x="2330507" y="1257512"/>
            <a:ext cx="781071" cy="990503"/>
          </a:xfrm>
          <a:prstGeom prst="rect">
            <a:avLst/>
          </a:prstGeom>
          <a:noFill/>
          <a:ln/>
        </p:spPr>
      </p:sp>
      <p:sp>
        <p:nvSpPr>
          <p:cNvPr id="9" name="Shape 5"/>
          <p:cNvSpPr/>
          <p:nvPr/>
        </p:nvSpPr>
        <p:spPr>
          <a:xfrm>
            <a:off x="3454487" y="1257512"/>
            <a:ext cx="781071" cy="838118"/>
          </a:xfrm>
          <a:prstGeom prst="rect">
            <a:avLst/>
          </a:prstGeom>
          <a:noFill/>
          <a:ln/>
        </p:spPr>
      </p:sp>
      <p:sp>
        <p:nvSpPr>
          <p:cNvPr id="12" name="Shape 7"/>
          <p:cNvSpPr/>
          <p:nvPr/>
        </p:nvSpPr>
        <p:spPr>
          <a:xfrm>
            <a:off x="4578468" y="1257512"/>
            <a:ext cx="781071" cy="838118"/>
          </a:xfrm>
          <a:prstGeom prst="rect">
            <a:avLst/>
          </a:prstGeom>
          <a:noFill/>
          <a:ln/>
        </p:spPr>
      </p:sp>
      <p:sp>
        <p:nvSpPr>
          <p:cNvPr id="15" name="Shape 9"/>
          <p:cNvSpPr/>
          <p:nvPr/>
        </p:nvSpPr>
        <p:spPr>
          <a:xfrm>
            <a:off x="5702449" y="1257512"/>
            <a:ext cx="781071" cy="990503"/>
          </a:xfrm>
          <a:prstGeom prst="rect">
            <a:avLst/>
          </a:prstGeom>
          <a:noFill/>
          <a:ln/>
        </p:spPr>
      </p:sp>
      <p:sp>
        <p:nvSpPr>
          <p:cNvPr id="18" name="Shape 11"/>
          <p:cNvSpPr/>
          <p:nvPr/>
        </p:nvSpPr>
        <p:spPr>
          <a:xfrm>
            <a:off x="6826429" y="1257512"/>
            <a:ext cx="781071" cy="838118"/>
          </a:xfrm>
          <a:prstGeom prst="rect">
            <a:avLst/>
          </a:prstGeom>
          <a:noFill/>
          <a:ln/>
        </p:spPr>
      </p:sp>
      <p:sp>
        <p:nvSpPr>
          <p:cNvPr id="21" name="Shape 13"/>
          <p:cNvSpPr/>
          <p:nvPr/>
        </p:nvSpPr>
        <p:spPr>
          <a:xfrm>
            <a:off x="7950411" y="1257512"/>
            <a:ext cx="781071" cy="838118"/>
          </a:xfrm>
          <a:prstGeom prst="rect">
            <a:avLst/>
          </a:prstGeom>
          <a:noFill/>
          <a:ln/>
        </p:spPr>
      </p:sp>
      <p:sp>
        <p:nvSpPr>
          <p:cNvPr id="24" name="Shape 15"/>
          <p:cNvSpPr/>
          <p:nvPr/>
        </p:nvSpPr>
        <p:spPr>
          <a:xfrm>
            <a:off x="9077407" y="1257512"/>
            <a:ext cx="781071" cy="990503"/>
          </a:xfrm>
          <a:prstGeom prst="rect">
            <a:avLst/>
          </a:prstGeom>
          <a:noFill/>
          <a:ln/>
        </p:spPr>
      </p:sp>
      <p:sp>
        <p:nvSpPr>
          <p:cNvPr id="27" name="Shape 17"/>
          <p:cNvSpPr/>
          <p:nvPr/>
        </p:nvSpPr>
        <p:spPr>
          <a:xfrm>
            <a:off x="10201387" y="1257512"/>
            <a:ext cx="781071" cy="838118"/>
          </a:xfrm>
          <a:prstGeom prst="rect">
            <a:avLst/>
          </a:prstGeom>
          <a:noFill/>
          <a:ln/>
        </p:spPr>
      </p:sp>
      <p:sp>
        <p:nvSpPr>
          <p:cNvPr id="30" name="Shape 19"/>
          <p:cNvSpPr/>
          <p:nvPr/>
        </p:nvSpPr>
        <p:spPr>
          <a:xfrm>
            <a:off x="1206526" y="2533738"/>
            <a:ext cx="781071" cy="838118"/>
          </a:xfrm>
          <a:prstGeom prst="rect">
            <a:avLst/>
          </a:prstGeom>
          <a:noFill/>
          <a:ln/>
        </p:spPr>
      </p:sp>
      <p:sp>
        <p:nvSpPr>
          <p:cNvPr id="33" name="Shape 21"/>
          <p:cNvSpPr/>
          <p:nvPr/>
        </p:nvSpPr>
        <p:spPr>
          <a:xfrm>
            <a:off x="2330507" y="2533738"/>
            <a:ext cx="781071" cy="838118"/>
          </a:xfrm>
          <a:prstGeom prst="rect">
            <a:avLst/>
          </a:prstGeom>
          <a:noFill/>
          <a:ln/>
        </p:spPr>
      </p:sp>
      <p:sp>
        <p:nvSpPr>
          <p:cNvPr id="36" name="Shape 23"/>
          <p:cNvSpPr/>
          <p:nvPr/>
        </p:nvSpPr>
        <p:spPr>
          <a:xfrm>
            <a:off x="3454487" y="2533738"/>
            <a:ext cx="781071" cy="838118"/>
          </a:xfrm>
          <a:prstGeom prst="rect">
            <a:avLst/>
          </a:prstGeom>
          <a:noFill/>
          <a:ln/>
        </p:spPr>
      </p:sp>
      <p:sp>
        <p:nvSpPr>
          <p:cNvPr id="39" name="Shape 25"/>
          <p:cNvSpPr/>
          <p:nvPr/>
        </p:nvSpPr>
        <p:spPr>
          <a:xfrm>
            <a:off x="4578468" y="2533738"/>
            <a:ext cx="781071" cy="838118"/>
          </a:xfrm>
          <a:prstGeom prst="rect">
            <a:avLst/>
          </a:prstGeom>
          <a:noFill/>
          <a:ln/>
        </p:spPr>
      </p:sp>
      <p:sp>
        <p:nvSpPr>
          <p:cNvPr id="42" name="Shape 27"/>
          <p:cNvSpPr/>
          <p:nvPr/>
        </p:nvSpPr>
        <p:spPr>
          <a:xfrm>
            <a:off x="5702449" y="2533738"/>
            <a:ext cx="781071" cy="990503"/>
          </a:xfrm>
          <a:prstGeom prst="rect">
            <a:avLst/>
          </a:prstGeom>
          <a:noFill/>
          <a:ln/>
        </p:spPr>
      </p:sp>
      <p:sp>
        <p:nvSpPr>
          <p:cNvPr id="45" name="Shape 29"/>
          <p:cNvSpPr/>
          <p:nvPr/>
        </p:nvSpPr>
        <p:spPr>
          <a:xfrm>
            <a:off x="6826429" y="2533738"/>
            <a:ext cx="781071" cy="838118"/>
          </a:xfrm>
          <a:prstGeom prst="rect">
            <a:avLst/>
          </a:prstGeom>
          <a:noFill/>
          <a:ln/>
        </p:spPr>
      </p:sp>
      <p:sp>
        <p:nvSpPr>
          <p:cNvPr id="48" name="Shape 31"/>
          <p:cNvSpPr/>
          <p:nvPr/>
        </p:nvSpPr>
        <p:spPr>
          <a:xfrm>
            <a:off x="7950411" y="2533738"/>
            <a:ext cx="781071" cy="838118"/>
          </a:xfrm>
          <a:prstGeom prst="rect">
            <a:avLst/>
          </a:prstGeom>
          <a:noFill/>
          <a:ln/>
        </p:spPr>
      </p:sp>
      <p:sp>
        <p:nvSpPr>
          <p:cNvPr id="51" name="Shape 33"/>
          <p:cNvSpPr/>
          <p:nvPr/>
        </p:nvSpPr>
        <p:spPr>
          <a:xfrm>
            <a:off x="9077407" y="2533738"/>
            <a:ext cx="781071" cy="990503"/>
          </a:xfrm>
          <a:prstGeom prst="rect">
            <a:avLst/>
          </a:prstGeom>
          <a:noFill/>
          <a:ln/>
        </p:spPr>
      </p:sp>
      <p:sp>
        <p:nvSpPr>
          <p:cNvPr id="54" name="Shape 35"/>
          <p:cNvSpPr/>
          <p:nvPr/>
        </p:nvSpPr>
        <p:spPr>
          <a:xfrm>
            <a:off x="10201387" y="2533738"/>
            <a:ext cx="781071" cy="990503"/>
          </a:xfrm>
          <a:prstGeom prst="rect">
            <a:avLst/>
          </a:prstGeom>
          <a:noFill/>
          <a:ln/>
        </p:spPr>
      </p:sp>
      <p:sp>
        <p:nvSpPr>
          <p:cNvPr id="57" name="Shape 37"/>
          <p:cNvSpPr/>
          <p:nvPr/>
        </p:nvSpPr>
        <p:spPr>
          <a:xfrm>
            <a:off x="1206526" y="3809963"/>
            <a:ext cx="781071" cy="990503"/>
          </a:xfrm>
          <a:prstGeom prst="rect">
            <a:avLst/>
          </a:prstGeom>
          <a:noFill/>
          <a:ln/>
        </p:spPr>
      </p:sp>
      <p:sp>
        <p:nvSpPr>
          <p:cNvPr id="60" name="Shape 39"/>
          <p:cNvSpPr/>
          <p:nvPr/>
        </p:nvSpPr>
        <p:spPr>
          <a:xfrm>
            <a:off x="2330507" y="3809963"/>
            <a:ext cx="781071" cy="838118"/>
          </a:xfrm>
          <a:prstGeom prst="rect">
            <a:avLst/>
          </a:prstGeom>
          <a:noFill/>
          <a:ln/>
        </p:spPr>
      </p:sp>
      <p:sp>
        <p:nvSpPr>
          <p:cNvPr id="63" name="Shape 41"/>
          <p:cNvSpPr/>
          <p:nvPr/>
        </p:nvSpPr>
        <p:spPr>
          <a:xfrm>
            <a:off x="3454487" y="3809963"/>
            <a:ext cx="781071" cy="838118"/>
          </a:xfrm>
          <a:prstGeom prst="rect">
            <a:avLst/>
          </a:prstGeom>
          <a:noFill/>
          <a:ln/>
        </p:spPr>
      </p:sp>
      <p:sp>
        <p:nvSpPr>
          <p:cNvPr id="66" name="Shape 43"/>
          <p:cNvSpPr/>
          <p:nvPr/>
        </p:nvSpPr>
        <p:spPr>
          <a:xfrm>
            <a:off x="3454488" y="3809963"/>
            <a:ext cx="781071" cy="990503"/>
          </a:xfrm>
          <a:prstGeom prst="rect">
            <a:avLst/>
          </a:prstGeom>
          <a:noFill/>
          <a:ln/>
        </p:spPr>
      </p:sp>
      <p:sp>
        <p:nvSpPr>
          <p:cNvPr id="69" name="Shape 45"/>
          <p:cNvSpPr/>
          <p:nvPr/>
        </p:nvSpPr>
        <p:spPr>
          <a:xfrm>
            <a:off x="4578469" y="3809963"/>
            <a:ext cx="781071" cy="838118"/>
          </a:xfrm>
          <a:prstGeom prst="rect">
            <a:avLst/>
          </a:prstGeom>
          <a:noFill/>
          <a:ln/>
        </p:spPr>
      </p:sp>
      <p:sp>
        <p:nvSpPr>
          <p:cNvPr id="72" name="Shape 47"/>
          <p:cNvSpPr/>
          <p:nvPr/>
        </p:nvSpPr>
        <p:spPr>
          <a:xfrm>
            <a:off x="5702449" y="3809963"/>
            <a:ext cx="781071" cy="838118"/>
          </a:xfrm>
          <a:prstGeom prst="rect">
            <a:avLst/>
          </a:prstGeom>
          <a:noFill/>
          <a:ln/>
        </p:spPr>
      </p:sp>
      <p:sp>
        <p:nvSpPr>
          <p:cNvPr id="75" name="Shape 49"/>
          <p:cNvSpPr/>
          <p:nvPr/>
        </p:nvSpPr>
        <p:spPr>
          <a:xfrm>
            <a:off x="6826431" y="3809963"/>
            <a:ext cx="781071" cy="990503"/>
          </a:xfrm>
          <a:prstGeom prst="rect">
            <a:avLst/>
          </a:prstGeom>
          <a:noFill/>
          <a:ln/>
        </p:spPr>
      </p:sp>
      <p:sp>
        <p:nvSpPr>
          <p:cNvPr id="78" name="Shape 51"/>
          <p:cNvSpPr/>
          <p:nvPr/>
        </p:nvSpPr>
        <p:spPr>
          <a:xfrm>
            <a:off x="7950411" y="3809963"/>
            <a:ext cx="781071" cy="838118"/>
          </a:xfrm>
          <a:prstGeom prst="rect">
            <a:avLst/>
          </a:prstGeom>
          <a:noFill/>
          <a:ln/>
        </p:spPr>
      </p:sp>
      <p:sp>
        <p:nvSpPr>
          <p:cNvPr id="81" name="Shape 53"/>
          <p:cNvSpPr/>
          <p:nvPr/>
        </p:nvSpPr>
        <p:spPr>
          <a:xfrm>
            <a:off x="9077407" y="3809963"/>
            <a:ext cx="781071" cy="838118"/>
          </a:xfrm>
          <a:prstGeom prst="rect">
            <a:avLst/>
          </a:prstGeom>
          <a:noFill/>
          <a:ln/>
        </p:spPr>
      </p:sp>
      <p:sp>
        <p:nvSpPr>
          <p:cNvPr id="84" name="Shape 55"/>
          <p:cNvSpPr/>
          <p:nvPr/>
        </p:nvSpPr>
        <p:spPr>
          <a:xfrm>
            <a:off x="10198209" y="3804405"/>
            <a:ext cx="781071" cy="990503"/>
          </a:xfrm>
          <a:prstGeom prst="rect">
            <a:avLst/>
          </a:prstGeom>
          <a:noFill/>
          <a:ln/>
        </p:spPr>
      </p:sp>
      <p:sp>
        <p:nvSpPr>
          <p:cNvPr id="87" name="Shape 57"/>
          <p:cNvSpPr/>
          <p:nvPr/>
        </p:nvSpPr>
        <p:spPr>
          <a:xfrm>
            <a:off x="1206527" y="5086188"/>
            <a:ext cx="781071" cy="990503"/>
          </a:xfrm>
          <a:prstGeom prst="rect">
            <a:avLst/>
          </a:prstGeom>
          <a:noFill/>
          <a:ln/>
        </p:spPr>
      </p:sp>
      <p:sp>
        <p:nvSpPr>
          <p:cNvPr id="90" name="Shape 59"/>
          <p:cNvSpPr/>
          <p:nvPr/>
        </p:nvSpPr>
        <p:spPr>
          <a:xfrm>
            <a:off x="2330507" y="5086188"/>
            <a:ext cx="781071" cy="990503"/>
          </a:xfrm>
          <a:prstGeom prst="rect">
            <a:avLst/>
          </a:prstGeom>
          <a:noFill/>
          <a:ln/>
        </p:spPr>
      </p:sp>
      <p:sp>
        <p:nvSpPr>
          <p:cNvPr id="93" name="Shape 61"/>
          <p:cNvSpPr/>
          <p:nvPr/>
        </p:nvSpPr>
        <p:spPr>
          <a:xfrm>
            <a:off x="4578468" y="5086188"/>
            <a:ext cx="781071" cy="838118"/>
          </a:xfrm>
          <a:prstGeom prst="rect">
            <a:avLst/>
          </a:prstGeom>
          <a:noFill/>
          <a:ln/>
        </p:spPr>
      </p:sp>
      <p:sp>
        <p:nvSpPr>
          <p:cNvPr id="99" name="Text 2">
            <a:extLst>
              <a:ext uri="{FF2B5EF4-FFF2-40B4-BE49-F238E27FC236}">
                <a16:creationId xmlns:a16="http://schemas.microsoft.com/office/drawing/2014/main" id="{D9A825C4-5A62-DD4C-B7AA-890AEEEA4B8A}"/>
              </a:ext>
            </a:extLst>
          </p:cNvPr>
          <p:cNvSpPr/>
          <p:nvPr/>
        </p:nvSpPr>
        <p:spPr>
          <a:xfrm>
            <a:off x="1190491" y="1943244"/>
            <a:ext cx="819173" cy="1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Cold storage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Text 4">
            <a:extLst>
              <a:ext uri="{FF2B5EF4-FFF2-40B4-BE49-F238E27FC236}">
                <a16:creationId xmlns:a16="http://schemas.microsoft.com/office/drawing/2014/main" id="{87322F50-1E21-A448-84B2-CBD12E6066BD}"/>
              </a:ext>
            </a:extLst>
          </p:cNvPr>
          <p:cNvSpPr/>
          <p:nvPr/>
        </p:nvSpPr>
        <p:spPr>
          <a:xfrm>
            <a:off x="2314471" y="1943245"/>
            <a:ext cx="819173" cy="1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stream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Text 6">
            <a:extLst>
              <a:ext uri="{FF2B5EF4-FFF2-40B4-BE49-F238E27FC236}">
                <a16:creationId xmlns:a16="http://schemas.microsoft.com/office/drawing/2014/main" id="{4E00886D-F118-8143-AE26-CB46E7FA1002}"/>
              </a:ext>
            </a:extLst>
          </p:cNvPr>
          <p:cNvSpPr/>
          <p:nvPr/>
        </p:nvSpPr>
        <p:spPr>
          <a:xfrm>
            <a:off x="3438452" y="1943244"/>
            <a:ext cx="819173" cy="1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Internet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Text 8">
            <a:extLst>
              <a:ext uri="{FF2B5EF4-FFF2-40B4-BE49-F238E27FC236}">
                <a16:creationId xmlns:a16="http://schemas.microsoft.com/office/drawing/2014/main" id="{84276F3B-4BF7-A646-8D0D-30D3A089F54D}"/>
              </a:ext>
            </a:extLst>
          </p:cNvPr>
          <p:cNvSpPr/>
          <p:nvPr/>
        </p:nvSpPr>
        <p:spPr>
          <a:xfrm>
            <a:off x="4562433" y="1943244"/>
            <a:ext cx="819173" cy="1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Globe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Text 10">
            <a:extLst>
              <a:ext uri="{FF2B5EF4-FFF2-40B4-BE49-F238E27FC236}">
                <a16:creationId xmlns:a16="http://schemas.microsoft.com/office/drawing/2014/main" id="{87A7D85E-49F8-AC47-94DE-10F821033D6D}"/>
              </a:ext>
            </a:extLst>
          </p:cNvPr>
          <p:cNvSpPr/>
          <p:nvPr/>
        </p:nvSpPr>
        <p:spPr>
          <a:xfrm>
            <a:off x="5686414" y="1943245"/>
            <a:ext cx="819173" cy="1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Office building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Text 12">
            <a:extLst>
              <a:ext uri="{FF2B5EF4-FFF2-40B4-BE49-F238E27FC236}">
                <a16:creationId xmlns:a16="http://schemas.microsoft.com/office/drawing/2014/main" id="{24048CDF-957E-0049-8811-C2204E9AEB82}"/>
              </a:ext>
            </a:extLst>
          </p:cNvPr>
          <p:cNvSpPr/>
          <p:nvPr/>
        </p:nvSpPr>
        <p:spPr>
          <a:xfrm>
            <a:off x="6810394" y="1943244"/>
            <a:ext cx="819173" cy="1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SAML token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Text 14">
            <a:extLst>
              <a:ext uri="{FF2B5EF4-FFF2-40B4-BE49-F238E27FC236}">
                <a16:creationId xmlns:a16="http://schemas.microsoft.com/office/drawing/2014/main" id="{7820AFEA-B305-DB4A-AB26-BDFC709C719E}"/>
              </a:ext>
            </a:extLst>
          </p:cNvPr>
          <p:cNvSpPr/>
          <p:nvPr/>
        </p:nvSpPr>
        <p:spPr>
          <a:xfrm>
            <a:off x="7934375" y="1943244"/>
            <a:ext cx="819173" cy="1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SSL padlock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Text 16">
            <a:extLst>
              <a:ext uri="{FF2B5EF4-FFF2-40B4-BE49-F238E27FC236}">
                <a16:creationId xmlns:a16="http://schemas.microsoft.com/office/drawing/2014/main" id="{F9C8BDC7-E031-FE4E-BD46-6FB282604B5C}"/>
              </a:ext>
            </a:extLst>
          </p:cNvPr>
          <p:cNvSpPr/>
          <p:nvPr/>
        </p:nvSpPr>
        <p:spPr>
          <a:xfrm>
            <a:off x="9058356" y="1943245"/>
            <a:ext cx="819173" cy="1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Credentials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Text 20">
            <a:extLst>
              <a:ext uri="{FF2B5EF4-FFF2-40B4-BE49-F238E27FC236}">
                <a16:creationId xmlns:a16="http://schemas.microsoft.com/office/drawing/2014/main" id="{A1604F1F-A936-504B-8261-4BE8DE59F771}"/>
              </a:ext>
            </a:extLst>
          </p:cNvPr>
          <p:cNvSpPr/>
          <p:nvPr/>
        </p:nvSpPr>
        <p:spPr>
          <a:xfrm>
            <a:off x="1190491" y="3219471"/>
            <a:ext cx="819173" cy="1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Alert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Text 22">
            <a:extLst>
              <a:ext uri="{FF2B5EF4-FFF2-40B4-BE49-F238E27FC236}">
                <a16:creationId xmlns:a16="http://schemas.microsoft.com/office/drawing/2014/main" id="{F5FCE022-882A-BE4B-B764-B6DF1C83D847}"/>
              </a:ext>
            </a:extLst>
          </p:cNvPr>
          <p:cNvSpPr/>
          <p:nvPr/>
        </p:nvSpPr>
        <p:spPr>
          <a:xfrm>
            <a:off x="2314471" y="3219471"/>
            <a:ext cx="819173" cy="1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Toolkit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Text 24">
            <a:extLst>
              <a:ext uri="{FF2B5EF4-FFF2-40B4-BE49-F238E27FC236}">
                <a16:creationId xmlns:a16="http://schemas.microsoft.com/office/drawing/2014/main" id="{61EF5D69-155F-364C-B3A9-6C313B4ECEDB}"/>
              </a:ext>
            </a:extLst>
          </p:cNvPr>
          <p:cNvSpPr/>
          <p:nvPr/>
        </p:nvSpPr>
        <p:spPr>
          <a:xfrm>
            <a:off x="3438452" y="3219471"/>
            <a:ext cx="819173" cy="1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SDK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Text 26">
            <a:extLst>
              <a:ext uri="{FF2B5EF4-FFF2-40B4-BE49-F238E27FC236}">
                <a16:creationId xmlns:a16="http://schemas.microsoft.com/office/drawing/2014/main" id="{383BB18A-1628-A24C-B4FF-C536B9CD5B73}"/>
              </a:ext>
            </a:extLst>
          </p:cNvPr>
          <p:cNvSpPr/>
          <p:nvPr/>
        </p:nvSpPr>
        <p:spPr>
          <a:xfrm>
            <a:off x="4562433" y="3219470"/>
            <a:ext cx="819173" cy="34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Authenticated</a:t>
            </a:r>
            <a:b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Text 28">
            <a:extLst>
              <a:ext uri="{FF2B5EF4-FFF2-40B4-BE49-F238E27FC236}">
                <a16:creationId xmlns:a16="http://schemas.microsoft.com/office/drawing/2014/main" id="{73FB89F7-BE6D-8F4A-96C4-5716F3C4AC19}"/>
              </a:ext>
            </a:extLst>
          </p:cNvPr>
          <p:cNvSpPr/>
          <p:nvPr/>
        </p:nvSpPr>
        <p:spPr>
          <a:xfrm>
            <a:off x="5686414" y="3219470"/>
            <a:ext cx="819173" cy="1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Text 30">
            <a:extLst>
              <a:ext uri="{FF2B5EF4-FFF2-40B4-BE49-F238E27FC236}">
                <a16:creationId xmlns:a16="http://schemas.microsoft.com/office/drawing/2014/main" id="{7DE48C77-0566-4047-93BA-1275C1555762}"/>
              </a:ext>
            </a:extLst>
          </p:cNvPr>
          <p:cNvSpPr/>
          <p:nvPr/>
        </p:nvSpPr>
        <p:spPr>
          <a:xfrm>
            <a:off x="6810394" y="3219471"/>
            <a:ext cx="819173" cy="1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Chat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Text 32">
            <a:extLst>
              <a:ext uri="{FF2B5EF4-FFF2-40B4-BE49-F238E27FC236}">
                <a16:creationId xmlns:a16="http://schemas.microsoft.com/office/drawing/2014/main" id="{B7D6EA3D-AEEF-EB4C-94A8-D4F0CCC54728}"/>
              </a:ext>
            </a:extLst>
          </p:cNvPr>
          <p:cNvSpPr/>
          <p:nvPr/>
        </p:nvSpPr>
        <p:spPr>
          <a:xfrm>
            <a:off x="7934375" y="3219471"/>
            <a:ext cx="819173" cy="1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Multimedia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Text 34">
            <a:extLst>
              <a:ext uri="{FF2B5EF4-FFF2-40B4-BE49-F238E27FC236}">
                <a16:creationId xmlns:a16="http://schemas.microsoft.com/office/drawing/2014/main" id="{66A489EA-1777-0747-8E00-E7FBC0679555}"/>
              </a:ext>
            </a:extLst>
          </p:cNvPr>
          <p:cNvSpPr/>
          <p:nvPr/>
        </p:nvSpPr>
        <p:spPr>
          <a:xfrm>
            <a:off x="9058356" y="3219470"/>
            <a:ext cx="819173" cy="34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Programming</a:t>
            </a:r>
            <a:b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language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Text 36">
            <a:extLst>
              <a:ext uri="{FF2B5EF4-FFF2-40B4-BE49-F238E27FC236}">
                <a16:creationId xmlns:a16="http://schemas.microsoft.com/office/drawing/2014/main" id="{CF4DBAC7-36D5-B046-9D45-E6338FF65608}"/>
              </a:ext>
            </a:extLst>
          </p:cNvPr>
          <p:cNvSpPr/>
          <p:nvPr/>
        </p:nvSpPr>
        <p:spPr>
          <a:xfrm>
            <a:off x="10182336" y="3219470"/>
            <a:ext cx="819173" cy="1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Source code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Text 38">
            <a:extLst>
              <a:ext uri="{FF2B5EF4-FFF2-40B4-BE49-F238E27FC236}">
                <a16:creationId xmlns:a16="http://schemas.microsoft.com/office/drawing/2014/main" id="{8203ED83-CC79-8F44-9074-C617B482DA8E}"/>
              </a:ext>
            </a:extLst>
          </p:cNvPr>
          <p:cNvSpPr/>
          <p:nvPr/>
        </p:nvSpPr>
        <p:spPr>
          <a:xfrm>
            <a:off x="1190491" y="4495696"/>
            <a:ext cx="819173" cy="1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Logs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 40">
            <a:extLst>
              <a:ext uri="{FF2B5EF4-FFF2-40B4-BE49-F238E27FC236}">
                <a16:creationId xmlns:a16="http://schemas.microsoft.com/office/drawing/2014/main" id="{8027DFCC-32D1-4047-B508-41883BAFE3BE}"/>
              </a:ext>
            </a:extLst>
          </p:cNvPr>
          <p:cNvSpPr/>
          <p:nvPr/>
        </p:nvSpPr>
        <p:spPr>
          <a:xfrm>
            <a:off x="2314471" y="4495695"/>
            <a:ext cx="819173" cy="1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JSON script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Text 44">
            <a:extLst>
              <a:ext uri="{FF2B5EF4-FFF2-40B4-BE49-F238E27FC236}">
                <a16:creationId xmlns:a16="http://schemas.microsoft.com/office/drawing/2014/main" id="{327CD13A-A0A5-2B4D-B447-F69C96C0DEB7}"/>
              </a:ext>
            </a:extLst>
          </p:cNvPr>
          <p:cNvSpPr/>
          <p:nvPr/>
        </p:nvSpPr>
        <p:spPr>
          <a:xfrm>
            <a:off x="3438453" y="4495696"/>
            <a:ext cx="819173" cy="1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Document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Text 46">
            <a:extLst>
              <a:ext uri="{FF2B5EF4-FFF2-40B4-BE49-F238E27FC236}">
                <a16:creationId xmlns:a16="http://schemas.microsoft.com/office/drawing/2014/main" id="{D7201740-152D-2944-ACF0-2BCD6C5EDAED}"/>
              </a:ext>
            </a:extLst>
          </p:cNvPr>
          <p:cNvSpPr/>
          <p:nvPr/>
        </p:nvSpPr>
        <p:spPr>
          <a:xfrm>
            <a:off x="4562434" y="4495695"/>
            <a:ext cx="819173" cy="1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Documents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Text 48">
            <a:extLst>
              <a:ext uri="{FF2B5EF4-FFF2-40B4-BE49-F238E27FC236}">
                <a16:creationId xmlns:a16="http://schemas.microsoft.com/office/drawing/2014/main" id="{16053655-CF03-6A45-AB5C-B3D6F669A254}"/>
              </a:ext>
            </a:extLst>
          </p:cNvPr>
          <p:cNvSpPr/>
          <p:nvPr/>
        </p:nvSpPr>
        <p:spPr>
          <a:xfrm>
            <a:off x="5686414" y="4495695"/>
            <a:ext cx="819173" cy="1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Folder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Text 50">
            <a:extLst>
              <a:ext uri="{FF2B5EF4-FFF2-40B4-BE49-F238E27FC236}">
                <a16:creationId xmlns:a16="http://schemas.microsoft.com/office/drawing/2014/main" id="{464C12EE-ED04-2447-AD5B-45E012433572}"/>
              </a:ext>
            </a:extLst>
          </p:cNvPr>
          <p:cNvSpPr/>
          <p:nvPr/>
        </p:nvSpPr>
        <p:spPr>
          <a:xfrm>
            <a:off x="6972325" y="4495696"/>
            <a:ext cx="495314" cy="1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Folder</a:t>
            </a:r>
            <a:r>
              <a:rPr lang="en-US" altLang="ko-KR" sz="10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Shape 22">
            <a:extLst>
              <a:ext uri="{FF2B5EF4-FFF2-40B4-BE49-F238E27FC236}">
                <a16:creationId xmlns:a16="http://schemas.microsoft.com/office/drawing/2014/main" id="{C5CF4FFE-5039-D745-937F-E9F0CB8C228F}"/>
              </a:ext>
            </a:extLst>
          </p:cNvPr>
          <p:cNvSpPr/>
          <p:nvPr/>
        </p:nvSpPr>
        <p:spPr>
          <a:xfrm>
            <a:off x="381011" y="276533"/>
            <a:ext cx="2390840" cy="438107"/>
          </a:xfrm>
          <a:prstGeom prst="rect">
            <a:avLst/>
          </a:prstGeom>
          <a:noFill/>
          <a:ln/>
        </p:spPr>
      </p:sp>
      <p:sp>
        <p:nvSpPr>
          <p:cNvPr id="131" name="Text 3">
            <a:extLst>
              <a:ext uri="{FF2B5EF4-FFF2-40B4-BE49-F238E27FC236}">
                <a16:creationId xmlns:a16="http://schemas.microsoft.com/office/drawing/2014/main" id="{89A603D5-5695-7B45-A798-65A9B2522E33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132" name="Text 4">
            <a:extLst>
              <a:ext uri="{FF2B5EF4-FFF2-40B4-BE49-F238E27FC236}">
                <a16:creationId xmlns:a16="http://schemas.microsoft.com/office/drawing/2014/main" id="{64145297-AF1E-004D-805A-0012BD742824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General Icons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Text 1">
            <a:extLst>
              <a:ext uri="{FF2B5EF4-FFF2-40B4-BE49-F238E27FC236}">
                <a16:creationId xmlns:a16="http://schemas.microsoft.com/office/drawing/2014/main" id="{78189CD7-6D73-8F48-AA40-C7EC7207CDBC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18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4" name="Image 0">
            <a:extLst>
              <a:ext uri="{FF2B5EF4-FFF2-40B4-BE49-F238E27FC236}">
                <a16:creationId xmlns:a16="http://schemas.microsoft.com/office/drawing/2014/main" id="{32CEE09F-A3D0-0C44-82CA-B8D35F572A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314517" y="1257512"/>
            <a:ext cx="571444" cy="571444"/>
          </a:xfrm>
          <a:prstGeom prst="rect">
            <a:avLst/>
          </a:prstGeom>
        </p:spPr>
      </p:pic>
      <p:pic>
        <p:nvPicPr>
          <p:cNvPr id="135" name="Image 1">
            <a:extLst>
              <a:ext uri="{FF2B5EF4-FFF2-40B4-BE49-F238E27FC236}">
                <a16:creationId xmlns:a16="http://schemas.microsoft.com/office/drawing/2014/main" id="{9F08076C-24D4-C340-84AE-4F47BC72A0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2438498" y="1257512"/>
            <a:ext cx="571444" cy="571444"/>
          </a:xfrm>
          <a:prstGeom prst="rect">
            <a:avLst/>
          </a:prstGeom>
        </p:spPr>
      </p:pic>
      <p:pic>
        <p:nvPicPr>
          <p:cNvPr id="136" name="Image 2">
            <a:extLst>
              <a:ext uri="{FF2B5EF4-FFF2-40B4-BE49-F238E27FC236}">
                <a16:creationId xmlns:a16="http://schemas.microsoft.com/office/drawing/2014/main" id="{8E69BC28-4965-9248-80CF-6CEAF50F2E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3562479" y="1257512"/>
            <a:ext cx="571444" cy="571444"/>
          </a:xfrm>
          <a:prstGeom prst="rect">
            <a:avLst/>
          </a:prstGeom>
        </p:spPr>
      </p:pic>
      <p:pic>
        <p:nvPicPr>
          <p:cNvPr id="137" name="Image 3">
            <a:extLst>
              <a:ext uri="{FF2B5EF4-FFF2-40B4-BE49-F238E27FC236}">
                <a16:creationId xmlns:a16="http://schemas.microsoft.com/office/drawing/2014/main" id="{3F738D41-BE7E-0D41-9583-2110F034B13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686459" y="1257512"/>
            <a:ext cx="571444" cy="571444"/>
          </a:xfrm>
          <a:prstGeom prst="rect">
            <a:avLst/>
          </a:prstGeom>
        </p:spPr>
      </p:pic>
      <p:pic>
        <p:nvPicPr>
          <p:cNvPr id="138" name="Image 4">
            <a:extLst>
              <a:ext uri="{FF2B5EF4-FFF2-40B4-BE49-F238E27FC236}">
                <a16:creationId xmlns:a16="http://schemas.microsoft.com/office/drawing/2014/main" id="{DE0CC5C0-7E63-2F43-B15A-D2237DB5F54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5810441" y="1257512"/>
            <a:ext cx="571444" cy="571444"/>
          </a:xfrm>
          <a:prstGeom prst="rect">
            <a:avLst/>
          </a:prstGeom>
        </p:spPr>
      </p:pic>
      <p:pic>
        <p:nvPicPr>
          <p:cNvPr id="139" name="Image 5">
            <a:extLst>
              <a:ext uri="{FF2B5EF4-FFF2-40B4-BE49-F238E27FC236}">
                <a16:creationId xmlns:a16="http://schemas.microsoft.com/office/drawing/2014/main" id="{D8BA764F-13E5-A144-8D19-C119ECF8DA9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6934421" y="1257512"/>
            <a:ext cx="571444" cy="571444"/>
          </a:xfrm>
          <a:prstGeom prst="rect">
            <a:avLst/>
          </a:prstGeom>
        </p:spPr>
      </p:pic>
      <p:pic>
        <p:nvPicPr>
          <p:cNvPr id="140" name="Image 6">
            <a:extLst>
              <a:ext uri="{FF2B5EF4-FFF2-40B4-BE49-F238E27FC236}">
                <a16:creationId xmlns:a16="http://schemas.microsoft.com/office/drawing/2014/main" id="{CE87BF20-B4E4-324D-AC9D-69FE7DEA38B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8058402" y="1257512"/>
            <a:ext cx="571444" cy="571444"/>
          </a:xfrm>
          <a:prstGeom prst="rect">
            <a:avLst/>
          </a:prstGeom>
        </p:spPr>
      </p:pic>
      <p:pic>
        <p:nvPicPr>
          <p:cNvPr id="141" name="Image 7">
            <a:extLst>
              <a:ext uri="{FF2B5EF4-FFF2-40B4-BE49-F238E27FC236}">
                <a16:creationId xmlns:a16="http://schemas.microsoft.com/office/drawing/2014/main" id="{4E2449E6-B5F5-7548-9244-CAADDA4C0DF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9182220" y="1257512"/>
            <a:ext cx="571444" cy="571444"/>
          </a:xfrm>
          <a:prstGeom prst="rect">
            <a:avLst/>
          </a:prstGeom>
        </p:spPr>
      </p:pic>
      <p:pic>
        <p:nvPicPr>
          <p:cNvPr id="143" name="Image 9">
            <a:extLst>
              <a:ext uri="{FF2B5EF4-FFF2-40B4-BE49-F238E27FC236}">
                <a16:creationId xmlns:a16="http://schemas.microsoft.com/office/drawing/2014/main" id="{A771632E-66F9-7349-91BF-3817C726AC2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1314517" y="2524213"/>
            <a:ext cx="571444" cy="571444"/>
          </a:xfrm>
          <a:prstGeom prst="rect">
            <a:avLst/>
          </a:prstGeom>
        </p:spPr>
      </p:pic>
      <p:pic>
        <p:nvPicPr>
          <p:cNvPr id="144" name="Image 10">
            <a:extLst>
              <a:ext uri="{FF2B5EF4-FFF2-40B4-BE49-F238E27FC236}">
                <a16:creationId xmlns:a16="http://schemas.microsoft.com/office/drawing/2014/main" id="{19CA2629-3B33-AB40-A1ED-A27ED77B134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2438498" y="2533738"/>
            <a:ext cx="571444" cy="571444"/>
          </a:xfrm>
          <a:prstGeom prst="rect">
            <a:avLst/>
          </a:prstGeom>
        </p:spPr>
      </p:pic>
      <p:pic>
        <p:nvPicPr>
          <p:cNvPr id="145" name="Image 11">
            <a:extLst>
              <a:ext uri="{FF2B5EF4-FFF2-40B4-BE49-F238E27FC236}">
                <a16:creationId xmlns:a16="http://schemas.microsoft.com/office/drawing/2014/main" id="{E81E3C6B-13CA-5E4F-9B45-BA7B69F39E9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3562479" y="2533738"/>
            <a:ext cx="571444" cy="571444"/>
          </a:xfrm>
          <a:prstGeom prst="rect">
            <a:avLst/>
          </a:prstGeom>
        </p:spPr>
      </p:pic>
      <p:pic>
        <p:nvPicPr>
          <p:cNvPr id="146" name="Image 12">
            <a:extLst>
              <a:ext uri="{FF2B5EF4-FFF2-40B4-BE49-F238E27FC236}">
                <a16:creationId xmlns:a16="http://schemas.microsoft.com/office/drawing/2014/main" id="{26130EF7-4D12-1E4B-B20F-29976C77DF1E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>
          <a:xfrm>
            <a:off x="4686459" y="2533738"/>
            <a:ext cx="571444" cy="571444"/>
          </a:xfrm>
          <a:prstGeom prst="rect">
            <a:avLst/>
          </a:prstGeom>
        </p:spPr>
      </p:pic>
      <p:pic>
        <p:nvPicPr>
          <p:cNvPr id="147" name="Image 13">
            <a:extLst>
              <a:ext uri="{FF2B5EF4-FFF2-40B4-BE49-F238E27FC236}">
                <a16:creationId xmlns:a16="http://schemas.microsoft.com/office/drawing/2014/main" id="{9A13664E-B8A6-1B4B-AB01-B314ADF18BEA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/>
        </p:blipFill>
        <p:spPr>
          <a:xfrm>
            <a:off x="5810441" y="2533738"/>
            <a:ext cx="571444" cy="571444"/>
          </a:xfrm>
          <a:prstGeom prst="rect">
            <a:avLst/>
          </a:prstGeom>
        </p:spPr>
      </p:pic>
      <p:pic>
        <p:nvPicPr>
          <p:cNvPr id="148" name="Image 14">
            <a:extLst>
              <a:ext uri="{FF2B5EF4-FFF2-40B4-BE49-F238E27FC236}">
                <a16:creationId xmlns:a16="http://schemas.microsoft.com/office/drawing/2014/main" id="{445F81D0-F266-E74E-BA05-A75D1435ADD3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>
          <a:xfrm>
            <a:off x="6934421" y="2533738"/>
            <a:ext cx="571444" cy="571444"/>
          </a:xfrm>
          <a:prstGeom prst="rect">
            <a:avLst/>
          </a:prstGeom>
        </p:spPr>
      </p:pic>
      <p:pic>
        <p:nvPicPr>
          <p:cNvPr id="149" name="Image 15">
            <a:extLst>
              <a:ext uri="{FF2B5EF4-FFF2-40B4-BE49-F238E27FC236}">
                <a16:creationId xmlns:a16="http://schemas.microsoft.com/office/drawing/2014/main" id="{A27E1B52-8C62-D945-85DC-9A59C091F6A2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/>
        </p:blipFill>
        <p:spPr>
          <a:xfrm>
            <a:off x="8058402" y="2533738"/>
            <a:ext cx="571444" cy="571444"/>
          </a:xfrm>
          <a:prstGeom prst="rect">
            <a:avLst/>
          </a:prstGeom>
        </p:spPr>
      </p:pic>
      <p:pic>
        <p:nvPicPr>
          <p:cNvPr id="150" name="Image 16">
            <a:extLst>
              <a:ext uri="{FF2B5EF4-FFF2-40B4-BE49-F238E27FC236}">
                <a16:creationId xmlns:a16="http://schemas.microsoft.com/office/drawing/2014/main" id="{39DD6DCF-28D5-D143-9ACB-189897F8D5DD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/>
        </p:blipFill>
        <p:spPr>
          <a:xfrm>
            <a:off x="9182220" y="2533738"/>
            <a:ext cx="571444" cy="571444"/>
          </a:xfrm>
          <a:prstGeom prst="rect">
            <a:avLst/>
          </a:prstGeom>
        </p:spPr>
      </p:pic>
      <p:pic>
        <p:nvPicPr>
          <p:cNvPr id="151" name="Image 17">
            <a:extLst>
              <a:ext uri="{FF2B5EF4-FFF2-40B4-BE49-F238E27FC236}">
                <a16:creationId xmlns:a16="http://schemas.microsoft.com/office/drawing/2014/main" id="{49500809-6069-3D4A-9306-F650BE7561C9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/>
        </p:blipFill>
        <p:spPr>
          <a:xfrm>
            <a:off x="10306200" y="2533738"/>
            <a:ext cx="571444" cy="571444"/>
          </a:xfrm>
          <a:prstGeom prst="rect">
            <a:avLst/>
          </a:prstGeom>
        </p:spPr>
      </p:pic>
      <p:pic>
        <p:nvPicPr>
          <p:cNvPr id="152" name="Image 18">
            <a:extLst>
              <a:ext uri="{FF2B5EF4-FFF2-40B4-BE49-F238E27FC236}">
                <a16:creationId xmlns:a16="http://schemas.microsoft.com/office/drawing/2014/main" id="{D866977D-E7FF-E847-8565-87DFF6972B89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/>
        </p:blipFill>
        <p:spPr>
          <a:xfrm>
            <a:off x="1314517" y="3809963"/>
            <a:ext cx="571444" cy="571444"/>
          </a:xfrm>
          <a:prstGeom prst="rect">
            <a:avLst/>
          </a:prstGeom>
        </p:spPr>
      </p:pic>
      <p:pic>
        <p:nvPicPr>
          <p:cNvPr id="153" name="Image 19">
            <a:extLst>
              <a:ext uri="{FF2B5EF4-FFF2-40B4-BE49-F238E27FC236}">
                <a16:creationId xmlns:a16="http://schemas.microsoft.com/office/drawing/2014/main" id="{512F4D38-539F-6244-95D4-1A6E014292A6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/>
        </p:blipFill>
        <p:spPr>
          <a:xfrm>
            <a:off x="2438498" y="3809963"/>
            <a:ext cx="571444" cy="571444"/>
          </a:xfrm>
          <a:prstGeom prst="rect">
            <a:avLst/>
          </a:prstGeom>
        </p:spPr>
      </p:pic>
      <p:pic>
        <p:nvPicPr>
          <p:cNvPr id="155" name="Image 21">
            <a:extLst>
              <a:ext uri="{FF2B5EF4-FFF2-40B4-BE49-F238E27FC236}">
                <a16:creationId xmlns:a16="http://schemas.microsoft.com/office/drawing/2014/main" id="{6A650C5E-F733-9141-804E-BA41E080509E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/>
        </p:blipFill>
        <p:spPr>
          <a:xfrm>
            <a:off x="3562479" y="3809963"/>
            <a:ext cx="571444" cy="571444"/>
          </a:xfrm>
          <a:prstGeom prst="rect">
            <a:avLst/>
          </a:prstGeom>
        </p:spPr>
      </p:pic>
      <p:pic>
        <p:nvPicPr>
          <p:cNvPr id="156" name="Image 22">
            <a:extLst>
              <a:ext uri="{FF2B5EF4-FFF2-40B4-BE49-F238E27FC236}">
                <a16:creationId xmlns:a16="http://schemas.microsoft.com/office/drawing/2014/main" id="{DEF55E5C-F871-B342-98BF-8D6883DD565E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/>
        </p:blipFill>
        <p:spPr>
          <a:xfrm>
            <a:off x="4686461" y="3809963"/>
            <a:ext cx="571444" cy="571444"/>
          </a:xfrm>
          <a:prstGeom prst="rect">
            <a:avLst/>
          </a:prstGeom>
        </p:spPr>
      </p:pic>
      <p:pic>
        <p:nvPicPr>
          <p:cNvPr id="157" name="Image 23">
            <a:extLst>
              <a:ext uri="{FF2B5EF4-FFF2-40B4-BE49-F238E27FC236}">
                <a16:creationId xmlns:a16="http://schemas.microsoft.com/office/drawing/2014/main" id="{7EA7C68C-2FD0-124D-A2EB-1A4357203B69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/>
        </p:blipFill>
        <p:spPr>
          <a:xfrm>
            <a:off x="5810441" y="3809963"/>
            <a:ext cx="571444" cy="571444"/>
          </a:xfrm>
          <a:prstGeom prst="rect">
            <a:avLst/>
          </a:prstGeom>
        </p:spPr>
      </p:pic>
      <p:pic>
        <p:nvPicPr>
          <p:cNvPr id="158" name="Image 24">
            <a:extLst>
              <a:ext uri="{FF2B5EF4-FFF2-40B4-BE49-F238E27FC236}">
                <a16:creationId xmlns:a16="http://schemas.microsoft.com/office/drawing/2014/main" id="{FDBA96EF-B793-5E48-AB76-A17B0754CDCF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/>
        </p:blipFill>
        <p:spPr>
          <a:xfrm>
            <a:off x="6934422" y="3809963"/>
            <a:ext cx="571444" cy="571444"/>
          </a:xfrm>
          <a:prstGeom prst="rect">
            <a:avLst/>
          </a:prstGeom>
        </p:spPr>
      </p:pic>
      <p:sp>
        <p:nvSpPr>
          <p:cNvPr id="2" name="Shape 45">
            <a:extLst>
              <a:ext uri="{FF2B5EF4-FFF2-40B4-BE49-F238E27FC236}">
                <a16:creationId xmlns:a16="http://schemas.microsoft.com/office/drawing/2014/main" id="{8CCA712D-CCAE-BF8B-FC79-ACC20843EB4B}"/>
              </a:ext>
            </a:extLst>
          </p:cNvPr>
          <p:cNvSpPr/>
          <p:nvPr/>
        </p:nvSpPr>
        <p:spPr>
          <a:xfrm>
            <a:off x="4578469" y="5090123"/>
            <a:ext cx="781071" cy="838118"/>
          </a:xfrm>
          <a:prstGeom prst="rect">
            <a:avLst/>
          </a:prstGeom>
          <a:noFill/>
          <a:ln/>
        </p:spPr>
      </p:sp>
      <p:sp>
        <p:nvSpPr>
          <p:cNvPr id="4" name="Shape 47">
            <a:extLst>
              <a:ext uri="{FF2B5EF4-FFF2-40B4-BE49-F238E27FC236}">
                <a16:creationId xmlns:a16="http://schemas.microsoft.com/office/drawing/2014/main" id="{0FC3DD9A-211C-F7D5-E4ED-EE42920B1626}"/>
              </a:ext>
            </a:extLst>
          </p:cNvPr>
          <p:cNvSpPr/>
          <p:nvPr/>
        </p:nvSpPr>
        <p:spPr>
          <a:xfrm>
            <a:off x="5702449" y="5090123"/>
            <a:ext cx="781071" cy="838118"/>
          </a:xfrm>
          <a:prstGeom prst="rect">
            <a:avLst/>
          </a:prstGeom>
          <a:noFill/>
          <a:ln/>
        </p:spPr>
      </p:sp>
      <p:sp>
        <p:nvSpPr>
          <p:cNvPr id="13" name="Text 48">
            <a:extLst>
              <a:ext uri="{FF2B5EF4-FFF2-40B4-BE49-F238E27FC236}">
                <a16:creationId xmlns:a16="http://schemas.microsoft.com/office/drawing/2014/main" id="{624BFED4-BB63-75B9-2ECB-2741511EA67F}"/>
              </a:ext>
            </a:extLst>
          </p:cNvPr>
          <p:cNvSpPr/>
          <p:nvPr/>
        </p:nvSpPr>
        <p:spPr>
          <a:xfrm>
            <a:off x="10160107" y="1945634"/>
            <a:ext cx="819173" cy="1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" altLang="ko-KR" sz="100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Settings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Image 23">
            <a:extLst>
              <a:ext uri="{FF2B5EF4-FFF2-40B4-BE49-F238E27FC236}">
                <a16:creationId xmlns:a16="http://schemas.microsoft.com/office/drawing/2014/main" id="{72F59AF7-919F-569D-15FF-C925146E22FE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/>
        </p:blipFill>
        <p:spPr>
          <a:xfrm>
            <a:off x="10284134" y="1259902"/>
            <a:ext cx="571444" cy="571444"/>
          </a:xfrm>
          <a:prstGeom prst="rect">
            <a:avLst/>
          </a:prstGeom>
        </p:spPr>
      </p:pic>
      <p:sp>
        <p:nvSpPr>
          <p:cNvPr id="29" name="Text 121">
            <a:extLst>
              <a:ext uri="{FF2B5EF4-FFF2-40B4-BE49-F238E27FC236}">
                <a16:creationId xmlns:a16="http://schemas.microsoft.com/office/drawing/2014/main" id="{6BAC0F51-BC03-6DCF-6084-B57FE411EB8F}"/>
              </a:ext>
            </a:extLst>
          </p:cNvPr>
          <p:cNvSpPr/>
          <p:nvPr/>
        </p:nvSpPr>
        <p:spPr>
          <a:xfrm>
            <a:off x="11603566" y="501935"/>
            <a:ext cx="207758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ts val="1650"/>
              </a:lnSpc>
            </a:pPr>
            <a:r>
              <a:rPr lang="en-US" altLang="ko-KR" sz="1100" b="1" kern="0" spc="-10" dirty="0">
                <a:solidFill>
                  <a:srgbClr val="555555">
                    <a:alpha val="100000"/>
                  </a:srgbClr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2</a:t>
            </a:r>
            <a:r>
              <a:rPr lang="en-US" sz="1100" b="1" kern="0" spc="-10" dirty="0">
                <a:solidFill>
                  <a:srgbClr val="555555">
                    <a:alpha val="100000"/>
                  </a:srgbClr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/</a:t>
            </a:r>
            <a:r>
              <a:rPr lang="en-US" altLang="ko-KR" sz="1100" b="1" kern="0" spc="-10" dirty="0">
                <a:solidFill>
                  <a:srgbClr val="555555">
                    <a:alpha val="100000"/>
                  </a:srgbClr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2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8037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206526" y="1257512"/>
            <a:ext cx="781071" cy="838118"/>
          </a:xfrm>
          <a:prstGeom prst="rect">
            <a:avLst/>
          </a:prstGeom>
          <a:noFill/>
          <a:ln/>
        </p:spPr>
      </p:sp>
      <p:sp>
        <p:nvSpPr>
          <p:cNvPr id="6" name="Shape 3"/>
          <p:cNvSpPr/>
          <p:nvPr/>
        </p:nvSpPr>
        <p:spPr>
          <a:xfrm>
            <a:off x="2330507" y="1257512"/>
            <a:ext cx="781071" cy="990503"/>
          </a:xfrm>
          <a:prstGeom prst="rect">
            <a:avLst/>
          </a:prstGeom>
          <a:noFill/>
          <a:ln/>
        </p:spPr>
      </p:sp>
      <p:sp>
        <p:nvSpPr>
          <p:cNvPr id="9" name="Shape 5"/>
          <p:cNvSpPr/>
          <p:nvPr/>
        </p:nvSpPr>
        <p:spPr>
          <a:xfrm>
            <a:off x="3454487" y="1257512"/>
            <a:ext cx="781071" cy="838118"/>
          </a:xfrm>
          <a:prstGeom prst="rect">
            <a:avLst/>
          </a:prstGeom>
          <a:noFill/>
          <a:ln/>
        </p:spPr>
      </p:sp>
      <p:sp>
        <p:nvSpPr>
          <p:cNvPr id="12" name="Shape 7"/>
          <p:cNvSpPr/>
          <p:nvPr/>
        </p:nvSpPr>
        <p:spPr>
          <a:xfrm>
            <a:off x="4578468" y="1257512"/>
            <a:ext cx="781071" cy="838118"/>
          </a:xfrm>
          <a:prstGeom prst="rect">
            <a:avLst/>
          </a:prstGeom>
          <a:noFill/>
          <a:ln/>
        </p:spPr>
      </p:sp>
      <p:sp>
        <p:nvSpPr>
          <p:cNvPr id="15" name="Shape 9"/>
          <p:cNvSpPr/>
          <p:nvPr/>
        </p:nvSpPr>
        <p:spPr>
          <a:xfrm>
            <a:off x="5702449" y="1257512"/>
            <a:ext cx="781071" cy="990503"/>
          </a:xfrm>
          <a:prstGeom prst="rect">
            <a:avLst/>
          </a:prstGeom>
          <a:noFill/>
          <a:ln/>
        </p:spPr>
      </p:sp>
      <p:sp>
        <p:nvSpPr>
          <p:cNvPr id="18" name="Shape 11"/>
          <p:cNvSpPr/>
          <p:nvPr/>
        </p:nvSpPr>
        <p:spPr>
          <a:xfrm>
            <a:off x="6826429" y="1257512"/>
            <a:ext cx="781071" cy="838118"/>
          </a:xfrm>
          <a:prstGeom prst="rect">
            <a:avLst/>
          </a:prstGeom>
          <a:noFill/>
          <a:ln/>
        </p:spPr>
      </p:sp>
      <p:sp>
        <p:nvSpPr>
          <p:cNvPr id="21" name="Shape 13"/>
          <p:cNvSpPr/>
          <p:nvPr/>
        </p:nvSpPr>
        <p:spPr>
          <a:xfrm>
            <a:off x="7950411" y="1257512"/>
            <a:ext cx="781071" cy="838118"/>
          </a:xfrm>
          <a:prstGeom prst="rect">
            <a:avLst/>
          </a:prstGeom>
          <a:noFill/>
          <a:ln/>
        </p:spPr>
      </p:sp>
      <p:sp>
        <p:nvSpPr>
          <p:cNvPr id="24" name="Shape 15"/>
          <p:cNvSpPr/>
          <p:nvPr/>
        </p:nvSpPr>
        <p:spPr>
          <a:xfrm>
            <a:off x="9074391" y="1257512"/>
            <a:ext cx="781071" cy="990503"/>
          </a:xfrm>
          <a:prstGeom prst="rect">
            <a:avLst/>
          </a:prstGeom>
          <a:noFill/>
          <a:ln/>
        </p:spPr>
      </p:sp>
      <p:sp>
        <p:nvSpPr>
          <p:cNvPr id="27" name="Shape 17"/>
          <p:cNvSpPr/>
          <p:nvPr/>
        </p:nvSpPr>
        <p:spPr>
          <a:xfrm>
            <a:off x="10201387" y="1257512"/>
            <a:ext cx="781071" cy="838118"/>
          </a:xfrm>
          <a:prstGeom prst="rect">
            <a:avLst/>
          </a:prstGeom>
          <a:noFill/>
          <a:ln/>
        </p:spPr>
      </p:sp>
      <p:sp>
        <p:nvSpPr>
          <p:cNvPr id="30" name="Shape 19"/>
          <p:cNvSpPr/>
          <p:nvPr/>
        </p:nvSpPr>
        <p:spPr>
          <a:xfrm>
            <a:off x="1206526" y="2533738"/>
            <a:ext cx="781071" cy="838118"/>
          </a:xfrm>
          <a:prstGeom prst="rect">
            <a:avLst/>
          </a:prstGeom>
          <a:noFill/>
          <a:ln/>
        </p:spPr>
      </p:sp>
      <p:sp>
        <p:nvSpPr>
          <p:cNvPr id="33" name="Shape 21"/>
          <p:cNvSpPr/>
          <p:nvPr/>
        </p:nvSpPr>
        <p:spPr>
          <a:xfrm>
            <a:off x="2330507" y="2533738"/>
            <a:ext cx="781071" cy="838118"/>
          </a:xfrm>
          <a:prstGeom prst="rect">
            <a:avLst/>
          </a:prstGeom>
          <a:noFill/>
          <a:ln/>
        </p:spPr>
      </p:sp>
      <p:sp>
        <p:nvSpPr>
          <p:cNvPr id="36" name="Shape 23"/>
          <p:cNvSpPr/>
          <p:nvPr/>
        </p:nvSpPr>
        <p:spPr>
          <a:xfrm>
            <a:off x="3454487" y="2533738"/>
            <a:ext cx="781071" cy="838118"/>
          </a:xfrm>
          <a:prstGeom prst="rect">
            <a:avLst/>
          </a:prstGeom>
          <a:noFill/>
          <a:ln/>
        </p:spPr>
      </p:sp>
      <p:sp>
        <p:nvSpPr>
          <p:cNvPr id="39" name="Shape 25"/>
          <p:cNvSpPr/>
          <p:nvPr/>
        </p:nvSpPr>
        <p:spPr>
          <a:xfrm>
            <a:off x="4578468" y="2533738"/>
            <a:ext cx="781071" cy="838118"/>
          </a:xfrm>
          <a:prstGeom prst="rect">
            <a:avLst/>
          </a:prstGeom>
          <a:noFill/>
          <a:ln/>
        </p:spPr>
      </p:sp>
      <p:sp>
        <p:nvSpPr>
          <p:cNvPr id="42" name="Shape 27"/>
          <p:cNvSpPr/>
          <p:nvPr/>
        </p:nvSpPr>
        <p:spPr>
          <a:xfrm>
            <a:off x="5702449" y="2533738"/>
            <a:ext cx="781071" cy="990503"/>
          </a:xfrm>
          <a:prstGeom prst="rect">
            <a:avLst/>
          </a:prstGeom>
          <a:noFill/>
          <a:ln/>
        </p:spPr>
      </p:sp>
      <p:sp>
        <p:nvSpPr>
          <p:cNvPr id="45" name="Shape 29"/>
          <p:cNvSpPr/>
          <p:nvPr/>
        </p:nvSpPr>
        <p:spPr>
          <a:xfrm>
            <a:off x="6826429" y="2533738"/>
            <a:ext cx="781071" cy="838118"/>
          </a:xfrm>
          <a:prstGeom prst="rect">
            <a:avLst/>
          </a:prstGeom>
          <a:noFill/>
          <a:ln/>
        </p:spPr>
      </p:sp>
      <p:sp>
        <p:nvSpPr>
          <p:cNvPr id="48" name="Shape 31"/>
          <p:cNvSpPr/>
          <p:nvPr/>
        </p:nvSpPr>
        <p:spPr>
          <a:xfrm>
            <a:off x="7950411" y="2533738"/>
            <a:ext cx="781071" cy="838118"/>
          </a:xfrm>
          <a:prstGeom prst="rect">
            <a:avLst/>
          </a:prstGeom>
          <a:noFill/>
          <a:ln/>
        </p:spPr>
      </p:sp>
      <p:sp>
        <p:nvSpPr>
          <p:cNvPr id="51" name="Shape 33"/>
          <p:cNvSpPr/>
          <p:nvPr/>
        </p:nvSpPr>
        <p:spPr>
          <a:xfrm>
            <a:off x="9074391" y="2533738"/>
            <a:ext cx="781071" cy="990503"/>
          </a:xfrm>
          <a:prstGeom prst="rect">
            <a:avLst/>
          </a:prstGeom>
          <a:noFill/>
          <a:ln/>
        </p:spPr>
      </p:sp>
      <p:sp>
        <p:nvSpPr>
          <p:cNvPr id="54" name="Shape 35"/>
          <p:cNvSpPr/>
          <p:nvPr/>
        </p:nvSpPr>
        <p:spPr>
          <a:xfrm>
            <a:off x="10201387" y="2533738"/>
            <a:ext cx="781071" cy="990503"/>
          </a:xfrm>
          <a:prstGeom prst="rect">
            <a:avLst/>
          </a:prstGeom>
          <a:noFill/>
          <a:ln/>
        </p:spPr>
      </p:sp>
      <p:sp>
        <p:nvSpPr>
          <p:cNvPr id="57" name="Shape 37"/>
          <p:cNvSpPr/>
          <p:nvPr/>
        </p:nvSpPr>
        <p:spPr>
          <a:xfrm>
            <a:off x="1206526" y="3809963"/>
            <a:ext cx="781071" cy="990503"/>
          </a:xfrm>
          <a:prstGeom prst="rect">
            <a:avLst/>
          </a:prstGeom>
          <a:noFill/>
          <a:ln/>
        </p:spPr>
      </p:sp>
      <p:sp>
        <p:nvSpPr>
          <p:cNvPr id="60" name="Shape 39"/>
          <p:cNvSpPr/>
          <p:nvPr/>
        </p:nvSpPr>
        <p:spPr>
          <a:xfrm>
            <a:off x="2330507" y="3809963"/>
            <a:ext cx="781071" cy="838118"/>
          </a:xfrm>
          <a:prstGeom prst="rect">
            <a:avLst/>
          </a:prstGeom>
          <a:noFill/>
          <a:ln/>
        </p:spPr>
      </p:sp>
      <p:sp>
        <p:nvSpPr>
          <p:cNvPr id="63" name="Shape 41"/>
          <p:cNvSpPr/>
          <p:nvPr/>
        </p:nvSpPr>
        <p:spPr>
          <a:xfrm>
            <a:off x="3454487" y="3809963"/>
            <a:ext cx="781071" cy="838118"/>
          </a:xfrm>
          <a:prstGeom prst="rect">
            <a:avLst/>
          </a:prstGeom>
          <a:noFill/>
          <a:ln/>
        </p:spPr>
      </p:sp>
      <p:sp>
        <p:nvSpPr>
          <p:cNvPr id="66" name="Shape 43"/>
          <p:cNvSpPr/>
          <p:nvPr/>
        </p:nvSpPr>
        <p:spPr>
          <a:xfrm>
            <a:off x="4578468" y="3809963"/>
            <a:ext cx="781071" cy="990503"/>
          </a:xfrm>
          <a:prstGeom prst="rect">
            <a:avLst/>
          </a:prstGeom>
          <a:noFill/>
          <a:ln/>
        </p:spPr>
      </p:sp>
      <p:sp>
        <p:nvSpPr>
          <p:cNvPr id="69" name="Shape 45"/>
          <p:cNvSpPr/>
          <p:nvPr/>
        </p:nvSpPr>
        <p:spPr>
          <a:xfrm>
            <a:off x="5702449" y="3809963"/>
            <a:ext cx="781071" cy="838118"/>
          </a:xfrm>
          <a:prstGeom prst="rect">
            <a:avLst/>
          </a:prstGeom>
          <a:noFill/>
          <a:ln/>
        </p:spPr>
      </p:sp>
      <p:sp>
        <p:nvSpPr>
          <p:cNvPr id="72" name="Shape 47"/>
          <p:cNvSpPr/>
          <p:nvPr/>
        </p:nvSpPr>
        <p:spPr>
          <a:xfrm>
            <a:off x="6826429" y="3809963"/>
            <a:ext cx="781071" cy="838118"/>
          </a:xfrm>
          <a:prstGeom prst="rect">
            <a:avLst/>
          </a:prstGeom>
          <a:noFill/>
          <a:ln/>
        </p:spPr>
      </p:sp>
      <p:sp>
        <p:nvSpPr>
          <p:cNvPr id="75" name="Shape 49"/>
          <p:cNvSpPr/>
          <p:nvPr/>
        </p:nvSpPr>
        <p:spPr>
          <a:xfrm>
            <a:off x="8308196" y="5105236"/>
            <a:ext cx="781071" cy="990503"/>
          </a:xfrm>
          <a:prstGeom prst="rect">
            <a:avLst/>
          </a:prstGeom>
          <a:noFill/>
          <a:ln/>
        </p:spPr>
      </p:sp>
      <p:sp>
        <p:nvSpPr>
          <p:cNvPr id="78" name="Shape 51"/>
          <p:cNvSpPr/>
          <p:nvPr/>
        </p:nvSpPr>
        <p:spPr>
          <a:xfrm>
            <a:off x="9074391" y="3809963"/>
            <a:ext cx="781071" cy="838118"/>
          </a:xfrm>
          <a:prstGeom prst="rect">
            <a:avLst/>
          </a:prstGeom>
          <a:noFill/>
          <a:ln/>
        </p:spPr>
      </p:sp>
      <p:sp>
        <p:nvSpPr>
          <p:cNvPr id="81" name="Shape 53"/>
          <p:cNvSpPr/>
          <p:nvPr/>
        </p:nvSpPr>
        <p:spPr>
          <a:xfrm>
            <a:off x="10201387" y="3809963"/>
            <a:ext cx="781071" cy="838118"/>
          </a:xfrm>
          <a:prstGeom prst="rect">
            <a:avLst/>
          </a:prstGeom>
          <a:noFill/>
          <a:ln/>
        </p:spPr>
      </p:sp>
      <p:sp>
        <p:nvSpPr>
          <p:cNvPr id="99" name="Text 2">
            <a:extLst>
              <a:ext uri="{FF2B5EF4-FFF2-40B4-BE49-F238E27FC236}">
                <a16:creationId xmlns:a16="http://schemas.microsoft.com/office/drawing/2014/main" id="{D9A825C4-5A62-DD4C-B7AA-890AEEEA4B8A}"/>
              </a:ext>
            </a:extLst>
          </p:cNvPr>
          <p:cNvSpPr/>
          <p:nvPr/>
        </p:nvSpPr>
        <p:spPr>
          <a:xfrm>
            <a:off x="1190491" y="1943245"/>
            <a:ext cx="819173" cy="1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Compute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Text 4">
            <a:extLst>
              <a:ext uri="{FF2B5EF4-FFF2-40B4-BE49-F238E27FC236}">
                <a16:creationId xmlns:a16="http://schemas.microsoft.com/office/drawing/2014/main" id="{87322F50-1E21-A448-84B2-CBD12E6066BD}"/>
              </a:ext>
            </a:extLst>
          </p:cNvPr>
          <p:cNvSpPr/>
          <p:nvPr/>
        </p:nvSpPr>
        <p:spPr>
          <a:xfrm>
            <a:off x="2314471" y="1943245"/>
            <a:ext cx="819173" cy="342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Container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Text 6">
            <a:extLst>
              <a:ext uri="{FF2B5EF4-FFF2-40B4-BE49-F238E27FC236}">
                <a16:creationId xmlns:a16="http://schemas.microsoft.com/office/drawing/2014/main" id="{4E00886D-F118-8143-AE26-CB46E7FA1002}"/>
              </a:ext>
            </a:extLst>
          </p:cNvPr>
          <p:cNvSpPr/>
          <p:nvPr/>
        </p:nvSpPr>
        <p:spPr>
          <a:xfrm>
            <a:off x="3438452" y="1943245"/>
            <a:ext cx="819173" cy="1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Network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Text 8">
            <a:extLst>
              <a:ext uri="{FF2B5EF4-FFF2-40B4-BE49-F238E27FC236}">
                <a16:creationId xmlns:a16="http://schemas.microsoft.com/office/drawing/2014/main" id="{84276F3B-4BF7-A646-8D0D-30D3A089F54D}"/>
              </a:ext>
            </a:extLst>
          </p:cNvPr>
          <p:cNvSpPr/>
          <p:nvPr/>
        </p:nvSpPr>
        <p:spPr>
          <a:xfrm>
            <a:off x="4562433" y="1943245"/>
            <a:ext cx="819173" cy="1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Storage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Text 10">
            <a:extLst>
              <a:ext uri="{FF2B5EF4-FFF2-40B4-BE49-F238E27FC236}">
                <a16:creationId xmlns:a16="http://schemas.microsoft.com/office/drawing/2014/main" id="{87A7D85E-49F8-AC47-94DE-10F821033D6D}"/>
              </a:ext>
            </a:extLst>
          </p:cNvPr>
          <p:cNvSpPr/>
          <p:nvPr/>
        </p:nvSpPr>
        <p:spPr>
          <a:xfrm>
            <a:off x="5686414" y="1943245"/>
            <a:ext cx="819173" cy="342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Database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Text 12">
            <a:extLst>
              <a:ext uri="{FF2B5EF4-FFF2-40B4-BE49-F238E27FC236}">
                <a16:creationId xmlns:a16="http://schemas.microsoft.com/office/drawing/2014/main" id="{24048CDF-957E-0049-8811-C2204E9AEB82}"/>
              </a:ext>
            </a:extLst>
          </p:cNvPr>
          <p:cNvSpPr/>
          <p:nvPr/>
        </p:nvSpPr>
        <p:spPr>
          <a:xfrm>
            <a:off x="6810394" y="1943245"/>
            <a:ext cx="819173" cy="1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Hybrid &amp; Private Cloud</a:t>
            </a:r>
          </a:p>
        </p:txBody>
      </p:sp>
      <p:sp>
        <p:nvSpPr>
          <p:cNvPr id="105" name="Text 14">
            <a:extLst>
              <a:ext uri="{FF2B5EF4-FFF2-40B4-BE49-F238E27FC236}">
                <a16:creationId xmlns:a16="http://schemas.microsoft.com/office/drawing/2014/main" id="{7820AFEA-B305-DB4A-AB26-BDFC709C719E}"/>
              </a:ext>
            </a:extLst>
          </p:cNvPr>
          <p:cNvSpPr/>
          <p:nvPr/>
        </p:nvSpPr>
        <p:spPr>
          <a:xfrm>
            <a:off x="7934375" y="1943245"/>
            <a:ext cx="819173" cy="1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Monitoring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Text 16">
            <a:extLst>
              <a:ext uri="{FF2B5EF4-FFF2-40B4-BE49-F238E27FC236}">
                <a16:creationId xmlns:a16="http://schemas.microsoft.com/office/drawing/2014/main" id="{F9C8BDC7-E031-FE4E-BD46-6FB282604B5C}"/>
              </a:ext>
            </a:extLst>
          </p:cNvPr>
          <p:cNvSpPr/>
          <p:nvPr/>
        </p:nvSpPr>
        <p:spPr>
          <a:xfrm>
            <a:off x="9058356" y="1943245"/>
            <a:ext cx="819173" cy="342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Game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Text 18">
            <a:extLst>
              <a:ext uri="{FF2B5EF4-FFF2-40B4-BE49-F238E27FC236}">
                <a16:creationId xmlns:a16="http://schemas.microsoft.com/office/drawing/2014/main" id="{B22143FE-BAAC-6D43-8BB9-FB61D5771221}"/>
              </a:ext>
            </a:extLst>
          </p:cNvPr>
          <p:cNvSpPr/>
          <p:nvPr/>
        </p:nvSpPr>
        <p:spPr>
          <a:xfrm>
            <a:off x="10182336" y="1943245"/>
            <a:ext cx="819173" cy="1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Content Delivery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Text 20">
            <a:extLst>
              <a:ext uri="{FF2B5EF4-FFF2-40B4-BE49-F238E27FC236}">
                <a16:creationId xmlns:a16="http://schemas.microsoft.com/office/drawing/2014/main" id="{A1604F1F-A936-504B-8261-4BE8DE59F771}"/>
              </a:ext>
            </a:extLst>
          </p:cNvPr>
          <p:cNvSpPr/>
          <p:nvPr/>
        </p:nvSpPr>
        <p:spPr>
          <a:xfrm>
            <a:off x="1190491" y="3219471"/>
            <a:ext cx="819173" cy="1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Notification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Text 22">
            <a:extLst>
              <a:ext uri="{FF2B5EF4-FFF2-40B4-BE49-F238E27FC236}">
                <a16:creationId xmlns:a16="http://schemas.microsoft.com/office/drawing/2014/main" id="{F5FCE022-882A-BE4B-B764-B6DF1C83D847}"/>
              </a:ext>
            </a:extLst>
          </p:cNvPr>
          <p:cNvSpPr/>
          <p:nvPr/>
        </p:nvSpPr>
        <p:spPr>
          <a:xfrm>
            <a:off x="2314471" y="3219471"/>
            <a:ext cx="819173" cy="1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AI Service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Text 24">
            <a:extLst>
              <a:ext uri="{FF2B5EF4-FFF2-40B4-BE49-F238E27FC236}">
                <a16:creationId xmlns:a16="http://schemas.microsoft.com/office/drawing/2014/main" id="{61EF5D69-155F-364C-B3A9-6C313B4ECEDB}"/>
              </a:ext>
            </a:extLst>
          </p:cNvPr>
          <p:cNvSpPr/>
          <p:nvPr/>
        </p:nvSpPr>
        <p:spPr>
          <a:xfrm>
            <a:off x="3438452" y="3219471"/>
            <a:ext cx="819173" cy="1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Machine Learning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Text 26">
            <a:extLst>
              <a:ext uri="{FF2B5EF4-FFF2-40B4-BE49-F238E27FC236}">
                <a16:creationId xmlns:a16="http://schemas.microsoft.com/office/drawing/2014/main" id="{383BB18A-1628-A24C-B4FF-C536B9CD5B73}"/>
              </a:ext>
            </a:extLst>
          </p:cNvPr>
          <p:cNvSpPr/>
          <p:nvPr/>
        </p:nvSpPr>
        <p:spPr>
          <a:xfrm>
            <a:off x="4562433" y="3219471"/>
            <a:ext cx="819173" cy="1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Application</a:t>
            </a:r>
          </a:p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Service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Text 28">
            <a:extLst>
              <a:ext uri="{FF2B5EF4-FFF2-40B4-BE49-F238E27FC236}">
                <a16:creationId xmlns:a16="http://schemas.microsoft.com/office/drawing/2014/main" id="{73FB89F7-BE6D-8F4A-96C4-5716F3C4AC19}"/>
              </a:ext>
            </a:extLst>
          </p:cNvPr>
          <p:cNvSpPr/>
          <p:nvPr/>
        </p:nvSpPr>
        <p:spPr>
          <a:xfrm>
            <a:off x="5686414" y="3219470"/>
            <a:ext cx="819173" cy="342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Security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Text 30">
            <a:extLst>
              <a:ext uri="{FF2B5EF4-FFF2-40B4-BE49-F238E27FC236}">
                <a16:creationId xmlns:a16="http://schemas.microsoft.com/office/drawing/2014/main" id="{7DE48C77-0566-4047-93BA-1275C1555762}"/>
              </a:ext>
            </a:extLst>
          </p:cNvPr>
          <p:cNvSpPr/>
          <p:nvPr/>
        </p:nvSpPr>
        <p:spPr>
          <a:xfrm>
            <a:off x="6810394" y="3219471"/>
            <a:ext cx="819173" cy="1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Mobile Service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Text 32">
            <a:extLst>
              <a:ext uri="{FF2B5EF4-FFF2-40B4-BE49-F238E27FC236}">
                <a16:creationId xmlns:a16="http://schemas.microsoft.com/office/drawing/2014/main" id="{B7D6EA3D-AEEF-EB4C-94A8-D4F0CCC54728}"/>
              </a:ext>
            </a:extLst>
          </p:cNvPr>
          <p:cNvSpPr/>
          <p:nvPr/>
        </p:nvSpPr>
        <p:spPr>
          <a:xfrm>
            <a:off x="7934375" y="3219471"/>
            <a:ext cx="819173" cy="1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Search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Text 34">
            <a:extLst>
              <a:ext uri="{FF2B5EF4-FFF2-40B4-BE49-F238E27FC236}">
                <a16:creationId xmlns:a16="http://schemas.microsoft.com/office/drawing/2014/main" id="{66A489EA-1777-0747-8E00-E7FBC0679555}"/>
              </a:ext>
            </a:extLst>
          </p:cNvPr>
          <p:cNvSpPr/>
          <p:nvPr/>
        </p:nvSpPr>
        <p:spPr>
          <a:xfrm>
            <a:off x="9058356" y="3219470"/>
            <a:ext cx="819173" cy="342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Data &amp;</a:t>
            </a:r>
          </a:p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Analytics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Text 36">
            <a:extLst>
              <a:ext uri="{FF2B5EF4-FFF2-40B4-BE49-F238E27FC236}">
                <a16:creationId xmlns:a16="http://schemas.microsoft.com/office/drawing/2014/main" id="{CF4DBAC7-36D5-B046-9D45-E6338FF65608}"/>
              </a:ext>
            </a:extLst>
          </p:cNvPr>
          <p:cNvSpPr/>
          <p:nvPr/>
        </p:nvSpPr>
        <p:spPr>
          <a:xfrm>
            <a:off x="10182336" y="3219470"/>
            <a:ext cx="819173" cy="342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Dev Tools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Text 38">
            <a:extLst>
              <a:ext uri="{FF2B5EF4-FFF2-40B4-BE49-F238E27FC236}">
                <a16:creationId xmlns:a16="http://schemas.microsoft.com/office/drawing/2014/main" id="{8203ED83-CC79-8F44-9074-C617B482DA8E}"/>
              </a:ext>
            </a:extLst>
          </p:cNvPr>
          <p:cNvSpPr/>
          <p:nvPr/>
        </p:nvSpPr>
        <p:spPr>
          <a:xfrm>
            <a:off x="1190491" y="4495696"/>
            <a:ext cx="819173" cy="342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Management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 40">
            <a:extLst>
              <a:ext uri="{FF2B5EF4-FFF2-40B4-BE49-F238E27FC236}">
                <a16:creationId xmlns:a16="http://schemas.microsoft.com/office/drawing/2014/main" id="{8027DFCC-32D1-4047-B508-41883BAFE3BE}"/>
              </a:ext>
            </a:extLst>
          </p:cNvPr>
          <p:cNvSpPr/>
          <p:nvPr/>
        </p:nvSpPr>
        <p:spPr>
          <a:xfrm>
            <a:off x="2314471" y="4495696"/>
            <a:ext cx="819173" cy="1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Bill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Text 48">
            <a:extLst>
              <a:ext uri="{FF2B5EF4-FFF2-40B4-BE49-F238E27FC236}">
                <a16:creationId xmlns:a16="http://schemas.microsoft.com/office/drawing/2014/main" id="{16053655-CF03-6A45-AB5C-B3D6F669A254}"/>
              </a:ext>
            </a:extLst>
          </p:cNvPr>
          <p:cNvSpPr/>
          <p:nvPr/>
        </p:nvSpPr>
        <p:spPr>
          <a:xfrm>
            <a:off x="4547714" y="4468585"/>
            <a:ext cx="819173" cy="1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Contact Center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Text 52">
            <a:extLst>
              <a:ext uri="{FF2B5EF4-FFF2-40B4-BE49-F238E27FC236}">
                <a16:creationId xmlns:a16="http://schemas.microsoft.com/office/drawing/2014/main" id="{15C78E86-0BF0-3C44-870A-44E5C42FFF1F}"/>
              </a:ext>
            </a:extLst>
          </p:cNvPr>
          <p:cNvSpPr/>
          <p:nvPr/>
        </p:nvSpPr>
        <p:spPr>
          <a:xfrm>
            <a:off x="5738653" y="4552840"/>
            <a:ext cx="819173" cy="1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kern="0" spc="-9" dirty="0">
                <a:solidFill>
                  <a:srgbClr val="444444"/>
                </a:solidFill>
                <a:latin typeface="Arial" panose="020B0604020202020204" pitchFamily="34" charset="0"/>
                <a:ea typeface="NanumGothic Bold" pitchFamily="34" charset="-122"/>
                <a:cs typeface="Arial" panose="020B0604020202020204" pitchFamily="34" charset="0"/>
              </a:rPr>
              <a:t>Governance &amp; Audit</a:t>
            </a:r>
            <a:endParaRPr lang="en-US" sz="1000" dirty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Shape 22">
            <a:extLst>
              <a:ext uri="{FF2B5EF4-FFF2-40B4-BE49-F238E27FC236}">
                <a16:creationId xmlns:a16="http://schemas.microsoft.com/office/drawing/2014/main" id="{C5CF4FFE-5039-D745-937F-E9F0CB8C228F}"/>
              </a:ext>
            </a:extLst>
          </p:cNvPr>
          <p:cNvSpPr/>
          <p:nvPr/>
        </p:nvSpPr>
        <p:spPr>
          <a:xfrm>
            <a:off x="381011" y="276533"/>
            <a:ext cx="2390840" cy="438107"/>
          </a:xfrm>
          <a:prstGeom prst="rect">
            <a:avLst/>
          </a:prstGeom>
          <a:noFill/>
          <a:ln/>
        </p:spPr>
      </p:sp>
      <p:sp>
        <p:nvSpPr>
          <p:cNvPr id="131" name="Text 3">
            <a:extLst>
              <a:ext uri="{FF2B5EF4-FFF2-40B4-BE49-F238E27FC236}">
                <a16:creationId xmlns:a16="http://schemas.microsoft.com/office/drawing/2014/main" id="{89A603D5-5695-7B45-A798-65A9B2522E33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132" name="Text 4">
            <a:extLst>
              <a:ext uri="{FF2B5EF4-FFF2-40B4-BE49-F238E27FC236}">
                <a16:creationId xmlns:a16="http://schemas.microsoft.com/office/drawing/2014/main" id="{64145297-AF1E-004D-805A-0012BD742824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Service Category Icons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Text 1">
            <a:extLst>
              <a:ext uri="{FF2B5EF4-FFF2-40B4-BE49-F238E27FC236}">
                <a16:creationId xmlns:a16="http://schemas.microsoft.com/office/drawing/2014/main" id="{78189CD7-6D73-8F48-AA40-C7EC7207CDBC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18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4" name="Image 0">
            <a:extLst>
              <a:ext uri="{FF2B5EF4-FFF2-40B4-BE49-F238E27FC236}">
                <a16:creationId xmlns:a16="http://schemas.microsoft.com/office/drawing/2014/main" id="{32CEE09F-A3D0-0C44-82CA-B8D35F572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517" y="1257512"/>
            <a:ext cx="571444" cy="571444"/>
          </a:xfrm>
          <a:prstGeom prst="rect">
            <a:avLst/>
          </a:prstGeom>
        </p:spPr>
      </p:pic>
      <p:pic>
        <p:nvPicPr>
          <p:cNvPr id="135" name="Image 1">
            <a:extLst>
              <a:ext uri="{FF2B5EF4-FFF2-40B4-BE49-F238E27FC236}">
                <a16:creationId xmlns:a16="http://schemas.microsoft.com/office/drawing/2014/main" id="{9F08076C-24D4-C340-84AE-4F47BC72A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2258" y="1257512"/>
            <a:ext cx="563925" cy="571444"/>
          </a:xfrm>
          <a:prstGeom prst="rect">
            <a:avLst/>
          </a:prstGeom>
        </p:spPr>
      </p:pic>
      <p:pic>
        <p:nvPicPr>
          <p:cNvPr id="136" name="Image 2">
            <a:extLst>
              <a:ext uri="{FF2B5EF4-FFF2-40B4-BE49-F238E27FC236}">
                <a16:creationId xmlns:a16="http://schemas.microsoft.com/office/drawing/2014/main" id="{8E69BC28-4965-9248-80CF-6CEAF50F2E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2479" y="1257512"/>
            <a:ext cx="571444" cy="571444"/>
          </a:xfrm>
          <a:prstGeom prst="rect">
            <a:avLst/>
          </a:prstGeom>
        </p:spPr>
      </p:pic>
      <p:pic>
        <p:nvPicPr>
          <p:cNvPr id="137" name="Image 3">
            <a:extLst>
              <a:ext uri="{FF2B5EF4-FFF2-40B4-BE49-F238E27FC236}">
                <a16:creationId xmlns:a16="http://schemas.microsoft.com/office/drawing/2014/main" id="{3F738D41-BE7E-0D41-9583-2110F034B1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0219" y="1257512"/>
            <a:ext cx="563925" cy="571444"/>
          </a:xfrm>
          <a:prstGeom prst="rect">
            <a:avLst/>
          </a:prstGeom>
        </p:spPr>
      </p:pic>
      <p:pic>
        <p:nvPicPr>
          <p:cNvPr id="138" name="Image 4">
            <a:extLst>
              <a:ext uri="{FF2B5EF4-FFF2-40B4-BE49-F238E27FC236}">
                <a16:creationId xmlns:a16="http://schemas.microsoft.com/office/drawing/2014/main" id="{DE0CC5C0-7E63-2F43-B15A-D2237DB5F5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4201" y="1257512"/>
            <a:ext cx="563925" cy="571444"/>
          </a:xfrm>
          <a:prstGeom prst="rect">
            <a:avLst/>
          </a:prstGeom>
        </p:spPr>
      </p:pic>
      <p:pic>
        <p:nvPicPr>
          <p:cNvPr id="139" name="Image 5">
            <a:extLst>
              <a:ext uri="{FF2B5EF4-FFF2-40B4-BE49-F238E27FC236}">
                <a16:creationId xmlns:a16="http://schemas.microsoft.com/office/drawing/2014/main" id="{D8BA764F-13E5-A144-8D19-C119ECF8DA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4421" y="1257512"/>
            <a:ext cx="571444" cy="571444"/>
          </a:xfrm>
          <a:prstGeom prst="rect">
            <a:avLst/>
          </a:prstGeom>
        </p:spPr>
      </p:pic>
      <p:pic>
        <p:nvPicPr>
          <p:cNvPr id="140" name="Image 6">
            <a:extLst>
              <a:ext uri="{FF2B5EF4-FFF2-40B4-BE49-F238E27FC236}">
                <a16:creationId xmlns:a16="http://schemas.microsoft.com/office/drawing/2014/main" id="{CE87BF20-B4E4-324D-AC9D-69FE7DEA38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58402" y="1257512"/>
            <a:ext cx="571444" cy="571444"/>
          </a:xfrm>
          <a:prstGeom prst="rect">
            <a:avLst/>
          </a:prstGeom>
        </p:spPr>
      </p:pic>
      <p:pic>
        <p:nvPicPr>
          <p:cNvPr id="141" name="Image 7">
            <a:extLst>
              <a:ext uri="{FF2B5EF4-FFF2-40B4-BE49-F238E27FC236}">
                <a16:creationId xmlns:a16="http://schemas.microsoft.com/office/drawing/2014/main" id="{4E2449E6-B5F5-7548-9244-CAADDA4C0DF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82382" y="1257512"/>
            <a:ext cx="571444" cy="571444"/>
          </a:xfrm>
          <a:prstGeom prst="rect">
            <a:avLst/>
          </a:prstGeom>
        </p:spPr>
      </p:pic>
      <p:pic>
        <p:nvPicPr>
          <p:cNvPr id="142" name="Image 8">
            <a:extLst>
              <a:ext uri="{FF2B5EF4-FFF2-40B4-BE49-F238E27FC236}">
                <a16:creationId xmlns:a16="http://schemas.microsoft.com/office/drawing/2014/main" id="{CC1DAE02-3402-A840-8567-B8AC6F6D3B4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09960" y="1257512"/>
            <a:ext cx="563925" cy="571444"/>
          </a:xfrm>
          <a:prstGeom prst="rect">
            <a:avLst/>
          </a:prstGeom>
        </p:spPr>
      </p:pic>
      <p:pic>
        <p:nvPicPr>
          <p:cNvPr id="143" name="Image 9">
            <a:extLst>
              <a:ext uri="{FF2B5EF4-FFF2-40B4-BE49-F238E27FC236}">
                <a16:creationId xmlns:a16="http://schemas.microsoft.com/office/drawing/2014/main" id="{A771632E-66F9-7349-91BF-3817C726AC2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14517" y="2524213"/>
            <a:ext cx="571444" cy="571444"/>
          </a:xfrm>
          <a:prstGeom prst="rect">
            <a:avLst/>
          </a:prstGeom>
        </p:spPr>
      </p:pic>
      <p:pic>
        <p:nvPicPr>
          <p:cNvPr id="144" name="Image 10">
            <a:extLst>
              <a:ext uri="{FF2B5EF4-FFF2-40B4-BE49-F238E27FC236}">
                <a16:creationId xmlns:a16="http://schemas.microsoft.com/office/drawing/2014/main" id="{19CA2629-3B33-AB40-A1ED-A27ED77B134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42258" y="2533738"/>
            <a:ext cx="563925" cy="571444"/>
          </a:xfrm>
          <a:prstGeom prst="rect">
            <a:avLst/>
          </a:prstGeom>
        </p:spPr>
      </p:pic>
      <p:pic>
        <p:nvPicPr>
          <p:cNvPr id="145" name="Image 11">
            <a:extLst>
              <a:ext uri="{FF2B5EF4-FFF2-40B4-BE49-F238E27FC236}">
                <a16:creationId xmlns:a16="http://schemas.microsoft.com/office/drawing/2014/main" id="{E81E3C6B-13CA-5E4F-9B45-BA7B69F39E9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66239" y="2533738"/>
            <a:ext cx="563925" cy="571444"/>
          </a:xfrm>
          <a:prstGeom prst="rect">
            <a:avLst/>
          </a:prstGeom>
        </p:spPr>
      </p:pic>
      <p:pic>
        <p:nvPicPr>
          <p:cNvPr id="146" name="Image 12">
            <a:extLst>
              <a:ext uri="{FF2B5EF4-FFF2-40B4-BE49-F238E27FC236}">
                <a16:creationId xmlns:a16="http://schemas.microsoft.com/office/drawing/2014/main" id="{26130EF7-4D12-1E4B-B20F-29976C77DF1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86459" y="2533738"/>
            <a:ext cx="571444" cy="571444"/>
          </a:xfrm>
          <a:prstGeom prst="rect">
            <a:avLst/>
          </a:prstGeom>
        </p:spPr>
      </p:pic>
      <p:pic>
        <p:nvPicPr>
          <p:cNvPr id="147" name="Image 13">
            <a:extLst>
              <a:ext uri="{FF2B5EF4-FFF2-40B4-BE49-F238E27FC236}">
                <a16:creationId xmlns:a16="http://schemas.microsoft.com/office/drawing/2014/main" id="{9A13664E-B8A6-1B4B-AB01-B314ADF18BE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14201" y="2533738"/>
            <a:ext cx="563925" cy="571444"/>
          </a:xfrm>
          <a:prstGeom prst="rect">
            <a:avLst/>
          </a:prstGeom>
        </p:spPr>
      </p:pic>
      <p:pic>
        <p:nvPicPr>
          <p:cNvPr id="148" name="Image 14">
            <a:extLst>
              <a:ext uri="{FF2B5EF4-FFF2-40B4-BE49-F238E27FC236}">
                <a16:creationId xmlns:a16="http://schemas.microsoft.com/office/drawing/2014/main" id="{445F81D0-F266-E74E-BA05-A75D1435ADD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34386" y="2537462"/>
            <a:ext cx="571515" cy="563995"/>
          </a:xfrm>
          <a:prstGeom prst="rect">
            <a:avLst/>
          </a:prstGeom>
        </p:spPr>
      </p:pic>
      <p:pic>
        <p:nvPicPr>
          <p:cNvPr id="149" name="Image 15">
            <a:extLst>
              <a:ext uri="{FF2B5EF4-FFF2-40B4-BE49-F238E27FC236}">
                <a16:creationId xmlns:a16="http://schemas.microsoft.com/office/drawing/2014/main" id="{A27E1B52-8C62-D945-85DC-9A59C091F6A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8402" y="2533738"/>
            <a:ext cx="571444" cy="571444"/>
          </a:xfrm>
          <a:prstGeom prst="rect">
            <a:avLst/>
          </a:prstGeom>
        </p:spPr>
      </p:pic>
      <p:pic>
        <p:nvPicPr>
          <p:cNvPr id="150" name="Image 16">
            <a:extLst>
              <a:ext uri="{FF2B5EF4-FFF2-40B4-BE49-F238E27FC236}">
                <a16:creationId xmlns:a16="http://schemas.microsoft.com/office/drawing/2014/main" id="{39DD6DCF-28D5-D143-9ACB-189897F8D5D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82347" y="2537462"/>
            <a:ext cx="571515" cy="563995"/>
          </a:xfrm>
          <a:prstGeom prst="rect">
            <a:avLst/>
          </a:prstGeom>
        </p:spPr>
      </p:pic>
      <p:pic>
        <p:nvPicPr>
          <p:cNvPr id="151" name="Image 17">
            <a:extLst>
              <a:ext uri="{FF2B5EF4-FFF2-40B4-BE49-F238E27FC236}">
                <a16:creationId xmlns:a16="http://schemas.microsoft.com/office/drawing/2014/main" id="{49500809-6069-3D4A-9306-F650BE7561C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306165" y="2537462"/>
            <a:ext cx="571515" cy="563995"/>
          </a:xfrm>
          <a:prstGeom prst="rect">
            <a:avLst/>
          </a:prstGeom>
        </p:spPr>
      </p:pic>
      <p:pic>
        <p:nvPicPr>
          <p:cNvPr id="152" name="Image 18">
            <a:extLst>
              <a:ext uri="{FF2B5EF4-FFF2-40B4-BE49-F238E27FC236}">
                <a16:creationId xmlns:a16="http://schemas.microsoft.com/office/drawing/2014/main" id="{D866977D-E7FF-E847-8565-87DFF6972B8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14517" y="3809963"/>
            <a:ext cx="571444" cy="571444"/>
          </a:xfrm>
          <a:prstGeom prst="rect">
            <a:avLst/>
          </a:prstGeom>
        </p:spPr>
      </p:pic>
      <p:pic>
        <p:nvPicPr>
          <p:cNvPr id="153" name="Image 19">
            <a:extLst>
              <a:ext uri="{FF2B5EF4-FFF2-40B4-BE49-F238E27FC236}">
                <a16:creationId xmlns:a16="http://schemas.microsoft.com/office/drawing/2014/main" id="{512F4D38-539F-6244-95D4-1A6E014292A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438463" y="3813687"/>
            <a:ext cx="571515" cy="563995"/>
          </a:xfrm>
          <a:prstGeom prst="rect">
            <a:avLst/>
          </a:prstGeom>
        </p:spPr>
      </p:pic>
      <p:pic>
        <p:nvPicPr>
          <p:cNvPr id="157" name="Image 23">
            <a:extLst>
              <a:ext uri="{FF2B5EF4-FFF2-40B4-BE49-F238E27FC236}">
                <a16:creationId xmlns:a16="http://schemas.microsoft.com/office/drawing/2014/main" id="{7EA7C68C-2FD0-124D-A2EB-1A4357203B69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675471" y="3826453"/>
            <a:ext cx="571444" cy="571444"/>
          </a:xfrm>
          <a:prstGeom prst="rect">
            <a:avLst/>
          </a:prstGeom>
        </p:spPr>
      </p:pic>
      <p:pic>
        <p:nvPicPr>
          <p:cNvPr id="159" name="Image 25">
            <a:extLst>
              <a:ext uri="{FF2B5EF4-FFF2-40B4-BE49-F238E27FC236}">
                <a16:creationId xmlns:a16="http://schemas.microsoft.com/office/drawing/2014/main" id="{846EE7E4-905C-3A42-AA4D-663C73DFE61C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814201" y="3826453"/>
            <a:ext cx="571444" cy="571444"/>
          </a:xfrm>
          <a:prstGeom prst="rect">
            <a:avLst/>
          </a:prstGeom>
        </p:spPr>
      </p:pic>
      <p:pic>
        <p:nvPicPr>
          <p:cNvPr id="8" name="그림 7" descr="상징, 로고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C7EF833-7635-5082-E89C-28A73543B692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466434" y="3718714"/>
            <a:ext cx="761905" cy="761905"/>
          </a:xfrm>
          <a:prstGeom prst="rect">
            <a:avLst/>
          </a:prstGeom>
        </p:spPr>
      </p:pic>
      <p:sp>
        <p:nvSpPr>
          <p:cNvPr id="13" name="Text 52">
            <a:extLst>
              <a:ext uri="{FF2B5EF4-FFF2-40B4-BE49-F238E27FC236}">
                <a16:creationId xmlns:a16="http://schemas.microsoft.com/office/drawing/2014/main" id="{6D4842F2-794D-A289-BAAF-567B034CED88}"/>
              </a:ext>
            </a:extLst>
          </p:cNvPr>
          <p:cNvSpPr/>
          <p:nvPr/>
        </p:nvSpPr>
        <p:spPr>
          <a:xfrm>
            <a:off x="3454487" y="4528538"/>
            <a:ext cx="819173" cy="1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en-US" sz="10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Collaboration</a:t>
            </a:r>
          </a:p>
        </p:txBody>
      </p:sp>
    </p:spTree>
    <p:extLst>
      <p:ext uri="{BB962C8B-B14F-4D97-AF65-F5344CB8AC3E}">
        <p14:creationId xmlns:p14="http://schemas.microsoft.com/office/powerpoint/2010/main" val="1117122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6B01D41A-A84C-0740-9207-330DD9B1B53C}"/>
              </a:ext>
            </a:extLst>
          </p:cNvPr>
          <p:cNvSpPr/>
          <p:nvPr/>
        </p:nvSpPr>
        <p:spPr>
          <a:xfrm>
            <a:off x="381011" y="1047410"/>
            <a:ext cx="11429978" cy="1485755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" name="Text 0"/>
          <p:cNvSpPr/>
          <p:nvPr/>
        </p:nvSpPr>
        <p:spPr>
          <a:xfrm>
            <a:off x="609617" y="2892478"/>
            <a:ext cx="1062892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Resource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2471805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6" name="Text 2"/>
          <p:cNvSpPr/>
          <p:nvPr/>
        </p:nvSpPr>
        <p:spPr>
          <a:xfrm>
            <a:off x="2452754" y="2000390"/>
            <a:ext cx="64771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Instance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46258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9" name="Text 4"/>
          <p:cNvSpPr/>
          <p:nvPr/>
        </p:nvSpPr>
        <p:spPr>
          <a:xfrm>
            <a:off x="4211561" y="2000389"/>
            <a:ext cx="1130713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Ephemeral Storage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Instance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645336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2" name="Text 6"/>
          <p:cNvSpPr/>
          <p:nvPr/>
        </p:nvSpPr>
        <p:spPr>
          <a:xfrm>
            <a:off x="6434313" y="2000389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GPU Instance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8444143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6" name="Shape 9"/>
          <p:cNvSpPr/>
          <p:nvPr/>
        </p:nvSpPr>
        <p:spPr>
          <a:xfrm>
            <a:off x="10434923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8" name="Text 10"/>
          <p:cNvSpPr/>
          <p:nvPr/>
        </p:nvSpPr>
        <p:spPr>
          <a:xfrm>
            <a:off x="8465407" y="2002645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Instance Template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609617" y="1406723"/>
            <a:ext cx="922850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Service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3772003" y="1047983"/>
            <a:ext cx="6000915" cy="5085853"/>
          </a:xfrm>
          <a:prstGeom prst="rect">
            <a:avLst/>
          </a:prstGeom>
          <a:noFill/>
          <a:ln/>
        </p:spPr>
      </p:sp>
      <p:pic>
        <p:nvPicPr>
          <p:cNvPr id="21" name="Image 6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2003" y="1047983"/>
            <a:ext cx="9526" cy="5085853"/>
          </a:xfrm>
          <a:prstGeom prst="rect">
            <a:avLst/>
          </a:prstGeom>
        </p:spPr>
      </p:pic>
      <p:pic>
        <p:nvPicPr>
          <p:cNvPr id="22" name="Image 7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307" y="1047983"/>
            <a:ext cx="9526" cy="5085853"/>
          </a:xfrm>
          <a:prstGeom prst="rect">
            <a:avLst/>
          </a:prstGeom>
        </p:spPr>
      </p:pic>
      <p:pic>
        <p:nvPicPr>
          <p:cNvPr id="23" name="Image 8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612" y="1047983"/>
            <a:ext cx="9526" cy="5085853"/>
          </a:xfrm>
          <a:prstGeom prst="rect">
            <a:avLst/>
          </a:prstGeom>
        </p:spPr>
      </p:pic>
      <p:pic>
        <p:nvPicPr>
          <p:cNvPr id="24" name="Image 9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72917" y="1047983"/>
            <a:ext cx="9526" cy="5085853"/>
          </a:xfrm>
          <a:prstGeom prst="rect">
            <a:avLst/>
          </a:prstGeom>
        </p:spPr>
      </p:pic>
      <p:sp>
        <p:nvSpPr>
          <p:cNvPr id="25" name="Shape 13"/>
          <p:cNvSpPr/>
          <p:nvPr/>
        </p:nvSpPr>
        <p:spPr>
          <a:xfrm>
            <a:off x="381011" y="276533"/>
            <a:ext cx="981102" cy="438107"/>
          </a:xfrm>
          <a:prstGeom prst="rect">
            <a:avLst/>
          </a:prstGeom>
          <a:noFill/>
          <a:ln/>
        </p:spPr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A6B71ACC-5CA4-0F42-B846-6FE01823F5BA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9CC6029D-A673-D644-9410-38C27A2FA046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Compute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121">
            <a:extLst>
              <a:ext uri="{FF2B5EF4-FFF2-40B4-BE49-F238E27FC236}">
                <a16:creationId xmlns:a16="http://schemas.microsoft.com/office/drawing/2014/main" id="{C7E402AD-026A-7045-9C2A-5FBEB301BB10}"/>
              </a:ext>
            </a:extLst>
          </p:cNvPr>
          <p:cNvSpPr/>
          <p:nvPr/>
        </p:nvSpPr>
        <p:spPr>
          <a:xfrm>
            <a:off x="11603566" y="501935"/>
            <a:ext cx="207758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ts val="1650"/>
              </a:lnSpc>
            </a:pPr>
            <a:r>
              <a:rPr lang="en-US" sz="1100" b="1" kern="0" spc="-10" dirty="0">
                <a:solidFill>
                  <a:srgbClr val="555555">
                    <a:alpha val="100000"/>
                  </a:srgbClr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1/2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1">
            <a:extLst>
              <a:ext uri="{FF2B5EF4-FFF2-40B4-BE49-F238E27FC236}">
                <a16:creationId xmlns:a16="http://schemas.microsoft.com/office/drawing/2014/main" id="{1A5577AF-3866-9741-8A2F-A2EFF0D45D09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19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3" name="Image 1" descr=" ">
            <a:extLst>
              <a:ext uri="{FF2B5EF4-FFF2-40B4-BE49-F238E27FC236}">
                <a16:creationId xmlns:a16="http://schemas.microsoft.com/office/drawing/2014/main" id="{663D674A-0982-E64D-8FF0-57D03109CC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90856" y="1352753"/>
            <a:ext cx="571515" cy="571444"/>
          </a:xfrm>
          <a:prstGeom prst="rect">
            <a:avLst/>
          </a:prstGeom>
        </p:spPr>
      </p:pic>
      <p:pic>
        <p:nvPicPr>
          <p:cNvPr id="34" name="Image 2" descr=" ">
            <a:extLst>
              <a:ext uri="{FF2B5EF4-FFF2-40B4-BE49-F238E27FC236}">
                <a16:creationId xmlns:a16="http://schemas.microsoft.com/office/drawing/2014/main" id="{A1BBDB72-5353-6F44-8309-D2CDF7D72E7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81635" y="1352753"/>
            <a:ext cx="571515" cy="571444"/>
          </a:xfrm>
          <a:prstGeom prst="rect">
            <a:avLst/>
          </a:prstGeom>
        </p:spPr>
      </p:pic>
      <p:pic>
        <p:nvPicPr>
          <p:cNvPr id="35" name="Image 3" descr=" ">
            <a:extLst>
              <a:ext uri="{FF2B5EF4-FFF2-40B4-BE49-F238E27FC236}">
                <a16:creationId xmlns:a16="http://schemas.microsoft.com/office/drawing/2014/main" id="{3230CD83-2FF5-2345-B31A-71E3D132D0A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2415" y="1352753"/>
            <a:ext cx="571515" cy="571444"/>
          </a:xfrm>
          <a:prstGeom prst="rect">
            <a:avLst/>
          </a:prstGeom>
        </p:spPr>
      </p:pic>
      <p:pic>
        <p:nvPicPr>
          <p:cNvPr id="37" name="Image 5" descr=" ">
            <a:extLst>
              <a:ext uri="{FF2B5EF4-FFF2-40B4-BE49-F238E27FC236}">
                <a16:creationId xmlns:a16="http://schemas.microsoft.com/office/drawing/2014/main" id="{6A076716-C8CB-5C42-A520-F1742163B90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03509" y="1352753"/>
            <a:ext cx="571515" cy="57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455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A609806D-1C3A-AE45-9D04-7E2C0FFAB884}"/>
              </a:ext>
            </a:extLst>
          </p:cNvPr>
          <p:cNvSpPr/>
          <p:nvPr/>
        </p:nvSpPr>
        <p:spPr>
          <a:xfrm>
            <a:off x="381011" y="1047410"/>
            <a:ext cx="11429978" cy="1485755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2471805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6" name="Text 2"/>
          <p:cNvSpPr/>
          <p:nvPr/>
        </p:nvSpPr>
        <p:spPr>
          <a:xfrm>
            <a:off x="2452754" y="2000390"/>
            <a:ext cx="64771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Image</a:t>
            </a:r>
            <a:endParaRPr lang="en-US" sz="1000" dirty="0">
              <a:solidFill>
                <a:srgbClr val="555555"/>
              </a:solidFill>
            </a:endParaRPr>
          </a:p>
        </p:txBody>
      </p:sp>
      <p:sp>
        <p:nvSpPr>
          <p:cNvPr id="7" name="Shape 3"/>
          <p:cNvSpPr/>
          <p:nvPr/>
        </p:nvSpPr>
        <p:spPr>
          <a:xfrm>
            <a:off x="446258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9" name="Text 4"/>
          <p:cNvSpPr/>
          <p:nvPr/>
        </p:nvSpPr>
        <p:spPr>
          <a:xfrm>
            <a:off x="4400670" y="2000390"/>
            <a:ext cx="733445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Image Builder</a:t>
            </a:r>
            <a:endParaRPr lang="en-US" sz="1000" dirty="0">
              <a:solidFill>
                <a:srgbClr val="555555"/>
              </a:solidFill>
            </a:endParaRPr>
          </a:p>
        </p:txBody>
      </p:sp>
      <p:sp>
        <p:nvSpPr>
          <p:cNvPr id="10" name="Shape 5"/>
          <p:cNvSpPr/>
          <p:nvPr/>
        </p:nvSpPr>
        <p:spPr>
          <a:xfrm>
            <a:off x="645336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2" name="Text 6"/>
          <p:cNvSpPr/>
          <p:nvPr/>
        </p:nvSpPr>
        <p:spPr>
          <a:xfrm>
            <a:off x="6434313" y="2000390"/>
            <a:ext cx="64771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Auto Scale</a:t>
            </a:r>
            <a:endParaRPr lang="en-US" sz="1000" dirty="0">
              <a:solidFill>
                <a:srgbClr val="555555"/>
              </a:solidFill>
            </a:endParaRPr>
          </a:p>
        </p:txBody>
      </p:sp>
      <p:sp>
        <p:nvSpPr>
          <p:cNvPr id="13" name="Shape 7"/>
          <p:cNvSpPr/>
          <p:nvPr/>
        </p:nvSpPr>
        <p:spPr>
          <a:xfrm>
            <a:off x="8444143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5" name="Text 8"/>
          <p:cNvSpPr/>
          <p:nvPr/>
        </p:nvSpPr>
        <p:spPr>
          <a:xfrm>
            <a:off x="8425092" y="2000389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Virtual Desktop</a:t>
            </a:r>
            <a:endParaRPr lang="en-US" sz="1000" dirty="0">
              <a:solidFill>
                <a:srgbClr val="555555"/>
              </a:solidFill>
            </a:endParaRPr>
          </a:p>
        </p:txBody>
      </p:sp>
      <p:sp>
        <p:nvSpPr>
          <p:cNvPr id="17" name="Shape 10"/>
          <p:cNvSpPr/>
          <p:nvPr/>
        </p:nvSpPr>
        <p:spPr>
          <a:xfrm>
            <a:off x="3772003" y="1047983"/>
            <a:ext cx="4000610" cy="5085853"/>
          </a:xfrm>
          <a:prstGeom prst="rect">
            <a:avLst/>
          </a:prstGeom>
          <a:noFill/>
          <a:ln/>
        </p:spPr>
      </p:sp>
      <p:pic>
        <p:nvPicPr>
          <p:cNvPr id="18" name="Image 5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2003" y="1047983"/>
            <a:ext cx="9526" cy="5085853"/>
          </a:xfrm>
          <a:prstGeom prst="rect">
            <a:avLst/>
          </a:prstGeom>
        </p:spPr>
      </p:pic>
      <p:pic>
        <p:nvPicPr>
          <p:cNvPr id="19" name="Image 6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307" y="1047983"/>
            <a:ext cx="9526" cy="5085853"/>
          </a:xfrm>
          <a:prstGeom prst="rect">
            <a:avLst/>
          </a:prstGeom>
        </p:spPr>
      </p:pic>
      <p:pic>
        <p:nvPicPr>
          <p:cNvPr id="20" name="Image 7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612" y="1047983"/>
            <a:ext cx="9526" cy="5085853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381011" y="276533"/>
            <a:ext cx="981102" cy="438107"/>
          </a:xfrm>
          <a:prstGeom prst="rect">
            <a:avLst/>
          </a:prstGeom>
          <a:noFill/>
          <a:ln/>
        </p:spPr>
      </p:sp>
      <p:sp>
        <p:nvSpPr>
          <p:cNvPr id="24" name="Text 0">
            <a:extLst>
              <a:ext uri="{FF2B5EF4-FFF2-40B4-BE49-F238E27FC236}">
                <a16:creationId xmlns:a16="http://schemas.microsoft.com/office/drawing/2014/main" id="{46CD7E68-176B-3141-8E17-F64EAC9EC91A}"/>
              </a:ext>
            </a:extLst>
          </p:cNvPr>
          <p:cNvSpPr/>
          <p:nvPr/>
        </p:nvSpPr>
        <p:spPr>
          <a:xfrm>
            <a:off x="609617" y="2892478"/>
            <a:ext cx="1062892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Resource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D77EA335-12B9-2141-AEA1-7874B8A6CC8F}"/>
              </a:ext>
            </a:extLst>
          </p:cNvPr>
          <p:cNvSpPr/>
          <p:nvPr/>
        </p:nvSpPr>
        <p:spPr>
          <a:xfrm>
            <a:off x="609617" y="1406723"/>
            <a:ext cx="922850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Service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121">
            <a:extLst>
              <a:ext uri="{FF2B5EF4-FFF2-40B4-BE49-F238E27FC236}">
                <a16:creationId xmlns:a16="http://schemas.microsoft.com/office/drawing/2014/main" id="{A5195833-A9C5-914A-9DE4-E2E001F0A4CD}"/>
              </a:ext>
            </a:extLst>
          </p:cNvPr>
          <p:cNvSpPr/>
          <p:nvPr/>
        </p:nvSpPr>
        <p:spPr>
          <a:xfrm>
            <a:off x="11603566" y="501935"/>
            <a:ext cx="207758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ts val="1650"/>
              </a:lnSpc>
            </a:pPr>
            <a:r>
              <a:rPr lang="en-US" sz="1100" b="1" kern="0" spc="-10" dirty="0">
                <a:solidFill>
                  <a:srgbClr val="555555">
                    <a:alpha val="100000"/>
                  </a:srgbClr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2/2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CAE2C78D-B754-D346-8ECE-5183BDAC7734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F1AD9163-37C8-F243-A89E-4B47C6F90EA7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Compute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24CCA6C8-2922-C845-8903-7A8989A12D28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20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Image 1" descr=" ">
            <a:extLst>
              <a:ext uri="{FF2B5EF4-FFF2-40B4-BE49-F238E27FC236}">
                <a16:creationId xmlns:a16="http://schemas.microsoft.com/office/drawing/2014/main" id="{FFE47492-D899-1441-BA63-5C33CCE526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90856" y="1352753"/>
            <a:ext cx="571515" cy="571444"/>
          </a:xfrm>
          <a:prstGeom prst="rect">
            <a:avLst/>
          </a:prstGeom>
        </p:spPr>
      </p:pic>
      <p:pic>
        <p:nvPicPr>
          <p:cNvPr id="33" name="Image 2" descr=" ">
            <a:extLst>
              <a:ext uri="{FF2B5EF4-FFF2-40B4-BE49-F238E27FC236}">
                <a16:creationId xmlns:a16="http://schemas.microsoft.com/office/drawing/2014/main" id="{9AB568CE-48F7-4D4F-8EFA-0876AE20C6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81635" y="1352753"/>
            <a:ext cx="571515" cy="571444"/>
          </a:xfrm>
          <a:prstGeom prst="rect">
            <a:avLst/>
          </a:prstGeom>
        </p:spPr>
      </p:pic>
      <p:pic>
        <p:nvPicPr>
          <p:cNvPr id="34" name="Image 3" descr=" ">
            <a:extLst>
              <a:ext uri="{FF2B5EF4-FFF2-40B4-BE49-F238E27FC236}">
                <a16:creationId xmlns:a16="http://schemas.microsoft.com/office/drawing/2014/main" id="{CF6C346C-26FD-4544-A598-FC68C5C5D1C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2415" y="1352753"/>
            <a:ext cx="571515" cy="571444"/>
          </a:xfrm>
          <a:prstGeom prst="rect">
            <a:avLst/>
          </a:prstGeom>
        </p:spPr>
      </p:pic>
      <p:pic>
        <p:nvPicPr>
          <p:cNvPr id="35" name="Image 4" descr=" ">
            <a:extLst>
              <a:ext uri="{FF2B5EF4-FFF2-40B4-BE49-F238E27FC236}">
                <a16:creationId xmlns:a16="http://schemas.microsoft.com/office/drawing/2014/main" id="{1F7358C1-F320-0A43-8BF2-F9F3D0361A2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63194" y="1352753"/>
            <a:ext cx="571515" cy="571444"/>
          </a:xfrm>
          <a:prstGeom prst="rect">
            <a:avLst/>
          </a:prstGeom>
        </p:spPr>
      </p:pic>
      <p:pic>
        <p:nvPicPr>
          <p:cNvPr id="26" name="Image 14" descr=" ">
            <a:extLst>
              <a:ext uri="{FF2B5EF4-FFF2-40B4-BE49-F238E27FC236}">
                <a16:creationId xmlns:a16="http://schemas.microsoft.com/office/drawing/2014/main" id="{B4F78629-17E7-4C79-BA31-7319C8784B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72917" y="1047983"/>
            <a:ext cx="9526" cy="5085853"/>
          </a:xfrm>
          <a:prstGeom prst="rect">
            <a:avLst/>
          </a:prstGeom>
        </p:spPr>
      </p:pic>
      <p:sp>
        <p:nvSpPr>
          <p:cNvPr id="36" name="Text 25">
            <a:extLst>
              <a:ext uri="{FF2B5EF4-FFF2-40B4-BE49-F238E27FC236}">
                <a16:creationId xmlns:a16="http://schemas.microsoft.com/office/drawing/2014/main" id="{5763430F-DA50-4617-87AC-FBE927BBAA6B}"/>
              </a:ext>
            </a:extLst>
          </p:cNvPr>
          <p:cNvSpPr/>
          <p:nvPr/>
        </p:nvSpPr>
        <p:spPr>
          <a:xfrm>
            <a:off x="10415872" y="2000389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Cloud Functions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7" name="Image 12">
            <a:extLst>
              <a:ext uri="{FF2B5EF4-FFF2-40B4-BE49-F238E27FC236}">
                <a16:creationId xmlns:a16="http://schemas.microsoft.com/office/drawing/2014/main" id="{C739C6D1-6072-4137-BBAE-CA9AD3BA61F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54009" y="1352753"/>
            <a:ext cx="571444" cy="57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997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CC222D0F-E34E-984D-A37D-BFEC65336D57}"/>
              </a:ext>
            </a:extLst>
          </p:cNvPr>
          <p:cNvSpPr/>
          <p:nvPr/>
        </p:nvSpPr>
        <p:spPr>
          <a:xfrm>
            <a:off x="381011" y="1047410"/>
            <a:ext cx="11429978" cy="1485755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2352739" y="1352753"/>
            <a:ext cx="857274" cy="952407"/>
          </a:xfrm>
          <a:prstGeom prst="rect">
            <a:avLst/>
          </a:prstGeom>
          <a:noFill/>
          <a:ln/>
        </p:spPr>
      </p:sp>
      <p:sp>
        <p:nvSpPr>
          <p:cNvPr id="6" name="Text 2"/>
          <p:cNvSpPr/>
          <p:nvPr/>
        </p:nvSpPr>
        <p:spPr>
          <a:xfrm>
            <a:off x="2288224" y="2000389"/>
            <a:ext cx="97677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NHN Kubernetes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Service(NKS)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46258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9" name="Text 4"/>
          <p:cNvSpPr/>
          <p:nvPr/>
        </p:nvSpPr>
        <p:spPr>
          <a:xfrm>
            <a:off x="4319486" y="2000389"/>
            <a:ext cx="914863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NHN Container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Registry(NCR)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645336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2" name="Text 6"/>
          <p:cNvSpPr/>
          <p:nvPr/>
        </p:nvSpPr>
        <p:spPr>
          <a:xfrm>
            <a:off x="6332016" y="2000389"/>
            <a:ext cx="852310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NHN Container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Service(NCS)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2086032" y="2914700"/>
            <a:ext cx="1381163" cy="695257"/>
          </a:xfrm>
          <a:prstGeom prst="rect">
            <a:avLst/>
          </a:prstGeom>
          <a:noFill/>
          <a:ln/>
        </p:spPr>
      </p:sp>
      <p:sp>
        <p:nvSpPr>
          <p:cNvPr id="14" name="Shape 8"/>
          <p:cNvSpPr/>
          <p:nvPr/>
        </p:nvSpPr>
        <p:spPr>
          <a:xfrm>
            <a:off x="2471805" y="2914700"/>
            <a:ext cx="609617" cy="695257"/>
          </a:xfrm>
          <a:prstGeom prst="rect">
            <a:avLst/>
          </a:prstGeom>
          <a:noFill/>
          <a:ln/>
        </p:spPr>
      </p:sp>
      <p:sp>
        <p:nvSpPr>
          <p:cNvPr id="15" name="Shape 9"/>
          <p:cNvSpPr/>
          <p:nvPr/>
        </p:nvSpPr>
        <p:spPr>
          <a:xfrm>
            <a:off x="2471805" y="2914700"/>
            <a:ext cx="609617" cy="695257"/>
          </a:xfrm>
          <a:prstGeom prst="rect">
            <a:avLst/>
          </a:prstGeom>
          <a:noFill/>
          <a:ln/>
        </p:spPr>
      </p:sp>
      <p:sp>
        <p:nvSpPr>
          <p:cNvPr id="17" name="Text 10"/>
          <p:cNvSpPr/>
          <p:nvPr/>
        </p:nvSpPr>
        <p:spPr>
          <a:xfrm>
            <a:off x="2452754" y="3448048"/>
            <a:ext cx="64771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Container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1"/>
          <p:cNvSpPr/>
          <p:nvPr/>
        </p:nvSpPr>
        <p:spPr>
          <a:xfrm>
            <a:off x="4076811" y="2914700"/>
            <a:ext cx="1381163" cy="695257"/>
          </a:xfrm>
          <a:prstGeom prst="rect">
            <a:avLst/>
          </a:prstGeom>
          <a:noFill/>
          <a:ln/>
        </p:spPr>
      </p:sp>
      <p:sp>
        <p:nvSpPr>
          <p:cNvPr id="19" name="Shape 12"/>
          <p:cNvSpPr/>
          <p:nvPr/>
        </p:nvSpPr>
        <p:spPr>
          <a:xfrm>
            <a:off x="4081574" y="2914700"/>
            <a:ext cx="609617" cy="695257"/>
          </a:xfrm>
          <a:prstGeom prst="rect">
            <a:avLst/>
          </a:prstGeom>
          <a:noFill/>
          <a:ln/>
        </p:spPr>
      </p:sp>
      <p:sp>
        <p:nvSpPr>
          <p:cNvPr id="20" name="Shape 13"/>
          <p:cNvSpPr/>
          <p:nvPr/>
        </p:nvSpPr>
        <p:spPr>
          <a:xfrm>
            <a:off x="4081574" y="2914700"/>
            <a:ext cx="609617" cy="695257"/>
          </a:xfrm>
          <a:prstGeom prst="rect">
            <a:avLst/>
          </a:prstGeom>
          <a:noFill/>
          <a:ln/>
        </p:spPr>
      </p:sp>
      <p:sp>
        <p:nvSpPr>
          <p:cNvPr id="22" name="Text 14"/>
          <p:cNvSpPr/>
          <p:nvPr/>
        </p:nvSpPr>
        <p:spPr>
          <a:xfrm>
            <a:off x="4062523" y="3448048"/>
            <a:ext cx="64771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Registry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4843595" y="2914700"/>
            <a:ext cx="609617" cy="695257"/>
          </a:xfrm>
          <a:prstGeom prst="rect">
            <a:avLst/>
          </a:prstGeom>
          <a:noFill/>
          <a:ln/>
        </p:spPr>
      </p:sp>
      <p:sp>
        <p:nvSpPr>
          <p:cNvPr id="24" name="Shape 16"/>
          <p:cNvSpPr/>
          <p:nvPr/>
        </p:nvSpPr>
        <p:spPr>
          <a:xfrm>
            <a:off x="4843595" y="2914700"/>
            <a:ext cx="609617" cy="695257"/>
          </a:xfrm>
          <a:prstGeom prst="rect">
            <a:avLst/>
          </a:prstGeom>
          <a:noFill/>
          <a:ln/>
        </p:spPr>
      </p:sp>
      <p:sp>
        <p:nvSpPr>
          <p:cNvPr id="26" name="Text 17"/>
          <p:cNvSpPr/>
          <p:nvPr/>
        </p:nvSpPr>
        <p:spPr>
          <a:xfrm>
            <a:off x="4824544" y="3448048"/>
            <a:ext cx="64771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Image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18"/>
          <p:cNvSpPr/>
          <p:nvPr/>
        </p:nvSpPr>
        <p:spPr>
          <a:xfrm>
            <a:off x="6067590" y="2914700"/>
            <a:ext cx="1381163" cy="695257"/>
          </a:xfrm>
          <a:prstGeom prst="rect">
            <a:avLst/>
          </a:prstGeom>
          <a:noFill/>
          <a:ln/>
        </p:spPr>
      </p:sp>
      <p:sp>
        <p:nvSpPr>
          <p:cNvPr id="28" name="Shape 19"/>
          <p:cNvSpPr/>
          <p:nvPr/>
        </p:nvSpPr>
        <p:spPr>
          <a:xfrm>
            <a:off x="6453364" y="2914700"/>
            <a:ext cx="609617" cy="695257"/>
          </a:xfrm>
          <a:prstGeom prst="rect">
            <a:avLst/>
          </a:prstGeom>
          <a:noFill/>
          <a:ln/>
        </p:spPr>
      </p:sp>
      <p:sp>
        <p:nvSpPr>
          <p:cNvPr id="29" name="Shape 20"/>
          <p:cNvSpPr/>
          <p:nvPr/>
        </p:nvSpPr>
        <p:spPr>
          <a:xfrm>
            <a:off x="6453364" y="2914700"/>
            <a:ext cx="609617" cy="695257"/>
          </a:xfrm>
          <a:prstGeom prst="rect">
            <a:avLst/>
          </a:prstGeom>
          <a:noFill/>
          <a:ln/>
        </p:spPr>
      </p:sp>
      <p:sp>
        <p:nvSpPr>
          <p:cNvPr id="31" name="Text 21"/>
          <p:cNvSpPr/>
          <p:nvPr/>
        </p:nvSpPr>
        <p:spPr>
          <a:xfrm>
            <a:off x="6434313" y="3448048"/>
            <a:ext cx="64771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Workload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23"/>
          <p:cNvSpPr/>
          <p:nvPr/>
        </p:nvSpPr>
        <p:spPr>
          <a:xfrm>
            <a:off x="3772003" y="1047983"/>
            <a:ext cx="2000305" cy="5085853"/>
          </a:xfrm>
          <a:prstGeom prst="rect">
            <a:avLst/>
          </a:prstGeom>
          <a:noFill/>
          <a:ln/>
        </p:spPr>
      </p:sp>
      <p:pic>
        <p:nvPicPr>
          <p:cNvPr id="34" name="Image 8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2003" y="1047983"/>
            <a:ext cx="9526" cy="5085853"/>
          </a:xfrm>
          <a:prstGeom prst="rect">
            <a:avLst/>
          </a:prstGeom>
        </p:spPr>
      </p:pic>
      <p:pic>
        <p:nvPicPr>
          <p:cNvPr id="35" name="Image 9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307" y="1047983"/>
            <a:ext cx="9526" cy="5085853"/>
          </a:xfrm>
          <a:prstGeom prst="rect">
            <a:avLst/>
          </a:prstGeom>
        </p:spPr>
      </p:pic>
      <p:sp>
        <p:nvSpPr>
          <p:cNvPr id="36" name="Shape 24"/>
          <p:cNvSpPr/>
          <p:nvPr/>
        </p:nvSpPr>
        <p:spPr>
          <a:xfrm>
            <a:off x="381010" y="276533"/>
            <a:ext cx="1057304" cy="438107"/>
          </a:xfrm>
          <a:prstGeom prst="rect">
            <a:avLst/>
          </a:prstGeom>
          <a:noFill/>
          <a:ln/>
        </p:spPr>
      </p:sp>
      <p:sp>
        <p:nvSpPr>
          <p:cNvPr id="39" name="Text 0">
            <a:extLst>
              <a:ext uri="{FF2B5EF4-FFF2-40B4-BE49-F238E27FC236}">
                <a16:creationId xmlns:a16="http://schemas.microsoft.com/office/drawing/2014/main" id="{96702AA6-9C17-D54D-9FFA-1E43B210DB75}"/>
              </a:ext>
            </a:extLst>
          </p:cNvPr>
          <p:cNvSpPr/>
          <p:nvPr/>
        </p:nvSpPr>
        <p:spPr>
          <a:xfrm>
            <a:off x="609617" y="2892478"/>
            <a:ext cx="1062892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Resource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6B3EEC48-8733-1744-A597-F9121A5E1706}"/>
              </a:ext>
            </a:extLst>
          </p:cNvPr>
          <p:cNvSpPr/>
          <p:nvPr/>
        </p:nvSpPr>
        <p:spPr>
          <a:xfrm>
            <a:off x="609617" y="1406723"/>
            <a:ext cx="922850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Service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546EA5C1-FA10-EA41-94CB-7A2FE655E389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B30E4CD9-1234-3F4F-B0BE-7D5EDB0155FD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Container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4" name="Image 4">
            <a:extLst>
              <a:ext uri="{FF2B5EF4-FFF2-40B4-BE49-F238E27FC236}">
                <a16:creationId xmlns:a16="http://schemas.microsoft.com/office/drawing/2014/main" id="{17B4B78C-6C9B-334E-83B0-E9AAD9142F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8035" y="2914700"/>
            <a:ext cx="457155" cy="457155"/>
          </a:xfrm>
          <a:prstGeom prst="rect">
            <a:avLst/>
          </a:prstGeom>
        </p:spPr>
      </p:pic>
      <p:pic>
        <p:nvPicPr>
          <p:cNvPr id="45" name="Image 5">
            <a:extLst>
              <a:ext uri="{FF2B5EF4-FFF2-40B4-BE49-F238E27FC236}">
                <a16:creationId xmlns:a16="http://schemas.microsoft.com/office/drawing/2014/main" id="{74F93562-95CA-104D-9AA1-183E1E5D71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7804" y="2914700"/>
            <a:ext cx="457155" cy="457155"/>
          </a:xfrm>
          <a:prstGeom prst="rect">
            <a:avLst/>
          </a:prstGeom>
        </p:spPr>
      </p:pic>
      <p:pic>
        <p:nvPicPr>
          <p:cNvPr id="46" name="Image 6">
            <a:extLst>
              <a:ext uri="{FF2B5EF4-FFF2-40B4-BE49-F238E27FC236}">
                <a16:creationId xmlns:a16="http://schemas.microsoft.com/office/drawing/2014/main" id="{C88E0891-2C5C-DC48-9B8A-E81752111B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825" y="2914700"/>
            <a:ext cx="457155" cy="457155"/>
          </a:xfrm>
          <a:prstGeom prst="rect">
            <a:avLst/>
          </a:prstGeom>
        </p:spPr>
      </p:pic>
      <p:pic>
        <p:nvPicPr>
          <p:cNvPr id="47" name="Image 7">
            <a:extLst>
              <a:ext uri="{FF2B5EF4-FFF2-40B4-BE49-F238E27FC236}">
                <a16:creationId xmlns:a16="http://schemas.microsoft.com/office/drawing/2014/main" id="{FC5E182F-7281-1A47-826B-87C0594D18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9594" y="2914700"/>
            <a:ext cx="457155" cy="457155"/>
          </a:xfrm>
          <a:prstGeom prst="rect">
            <a:avLst/>
          </a:prstGeom>
        </p:spPr>
      </p:pic>
      <p:sp>
        <p:nvSpPr>
          <p:cNvPr id="48" name="Text 1">
            <a:extLst>
              <a:ext uri="{FF2B5EF4-FFF2-40B4-BE49-F238E27FC236}">
                <a16:creationId xmlns:a16="http://schemas.microsoft.com/office/drawing/2014/main" id="{11015F70-A5F4-E040-A8EC-D517A79E0540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21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9" name="Image 1" descr=" ">
            <a:extLst>
              <a:ext uri="{FF2B5EF4-FFF2-40B4-BE49-F238E27FC236}">
                <a16:creationId xmlns:a16="http://schemas.microsoft.com/office/drawing/2014/main" id="{069905E4-C344-8A45-AA53-2C469546431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495619" y="1352753"/>
            <a:ext cx="571515" cy="571444"/>
          </a:xfrm>
          <a:prstGeom prst="rect">
            <a:avLst/>
          </a:prstGeom>
        </p:spPr>
      </p:pic>
      <p:pic>
        <p:nvPicPr>
          <p:cNvPr id="50" name="Image 2" descr=" ">
            <a:extLst>
              <a:ext uri="{FF2B5EF4-FFF2-40B4-BE49-F238E27FC236}">
                <a16:creationId xmlns:a16="http://schemas.microsoft.com/office/drawing/2014/main" id="{78A2A7E4-2072-5140-B373-86BB8CCE4F6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81635" y="1352753"/>
            <a:ext cx="571515" cy="571444"/>
          </a:xfrm>
          <a:prstGeom prst="rect">
            <a:avLst/>
          </a:prstGeom>
        </p:spPr>
      </p:pic>
      <p:pic>
        <p:nvPicPr>
          <p:cNvPr id="51" name="Image 3" descr=" ">
            <a:extLst>
              <a:ext uri="{FF2B5EF4-FFF2-40B4-BE49-F238E27FC236}">
                <a16:creationId xmlns:a16="http://schemas.microsoft.com/office/drawing/2014/main" id="{89EA374D-98AC-ED46-8A1B-D67FF9ED4E3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72415" y="1352753"/>
            <a:ext cx="571515" cy="57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5378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직사각형 45">
            <a:extLst>
              <a:ext uri="{FF2B5EF4-FFF2-40B4-BE49-F238E27FC236}">
                <a16:creationId xmlns:a16="http://schemas.microsoft.com/office/drawing/2014/main" id="{7A290D32-9EBD-E341-A78B-4C2204583A7B}"/>
              </a:ext>
            </a:extLst>
          </p:cNvPr>
          <p:cNvSpPr/>
          <p:nvPr/>
        </p:nvSpPr>
        <p:spPr>
          <a:xfrm>
            <a:off x="381011" y="1047410"/>
            <a:ext cx="11429978" cy="1485755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2476568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6" name="Text 2"/>
          <p:cNvSpPr/>
          <p:nvPr/>
        </p:nvSpPr>
        <p:spPr>
          <a:xfrm>
            <a:off x="2643260" y="2000390"/>
            <a:ext cx="276233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VPC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46258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9" name="Text 4"/>
          <p:cNvSpPr/>
          <p:nvPr/>
        </p:nvSpPr>
        <p:spPr>
          <a:xfrm>
            <a:off x="4529261" y="2000389"/>
            <a:ext cx="489726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Network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Interface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645336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2" name="Text 6"/>
          <p:cNvSpPr/>
          <p:nvPr/>
        </p:nvSpPr>
        <p:spPr>
          <a:xfrm>
            <a:off x="6467652" y="2000390"/>
            <a:ext cx="581041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Floating IP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8444143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5" name="Text 8"/>
          <p:cNvSpPr/>
          <p:nvPr/>
        </p:nvSpPr>
        <p:spPr>
          <a:xfrm>
            <a:off x="8425092" y="2000389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Network ACL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9"/>
          <p:cNvSpPr/>
          <p:nvPr/>
        </p:nvSpPr>
        <p:spPr>
          <a:xfrm>
            <a:off x="2086032" y="2914700"/>
            <a:ext cx="1381163" cy="1981007"/>
          </a:xfrm>
          <a:prstGeom prst="rect">
            <a:avLst/>
          </a:prstGeom>
          <a:noFill/>
          <a:ln/>
        </p:spPr>
      </p:sp>
      <p:sp>
        <p:nvSpPr>
          <p:cNvPr id="17" name="Shape 10"/>
          <p:cNvSpPr/>
          <p:nvPr/>
        </p:nvSpPr>
        <p:spPr>
          <a:xfrm>
            <a:off x="2090794" y="2914700"/>
            <a:ext cx="609617" cy="1981007"/>
          </a:xfrm>
          <a:prstGeom prst="rect">
            <a:avLst/>
          </a:prstGeom>
          <a:noFill/>
          <a:ln/>
        </p:spPr>
      </p:sp>
      <p:sp>
        <p:nvSpPr>
          <p:cNvPr id="18" name="Shape 11"/>
          <p:cNvSpPr/>
          <p:nvPr/>
        </p:nvSpPr>
        <p:spPr>
          <a:xfrm>
            <a:off x="2090794" y="2914700"/>
            <a:ext cx="609617" cy="857166"/>
          </a:xfrm>
          <a:prstGeom prst="rect">
            <a:avLst/>
          </a:prstGeom>
          <a:noFill/>
          <a:ln/>
        </p:spPr>
      </p:sp>
      <p:sp>
        <p:nvSpPr>
          <p:cNvPr id="20" name="Text 12"/>
          <p:cNvSpPr/>
          <p:nvPr/>
        </p:nvSpPr>
        <p:spPr>
          <a:xfrm>
            <a:off x="2071744" y="3448048"/>
            <a:ext cx="64771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Router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2090794" y="4038541"/>
            <a:ext cx="609617" cy="857166"/>
          </a:xfrm>
          <a:prstGeom prst="rect">
            <a:avLst/>
          </a:prstGeom>
          <a:noFill/>
          <a:ln/>
        </p:spPr>
      </p:sp>
      <p:sp>
        <p:nvSpPr>
          <p:cNvPr id="28" name="Shape 16"/>
          <p:cNvSpPr/>
          <p:nvPr/>
        </p:nvSpPr>
        <p:spPr>
          <a:xfrm>
            <a:off x="2852815" y="2914700"/>
            <a:ext cx="609617" cy="857166"/>
          </a:xfrm>
          <a:prstGeom prst="rect">
            <a:avLst/>
          </a:prstGeom>
          <a:noFill/>
          <a:ln/>
        </p:spPr>
      </p:sp>
      <p:sp>
        <p:nvSpPr>
          <p:cNvPr id="29" name="Shape 17"/>
          <p:cNvSpPr/>
          <p:nvPr/>
        </p:nvSpPr>
        <p:spPr>
          <a:xfrm>
            <a:off x="2852815" y="2914700"/>
            <a:ext cx="609617" cy="857166"/>
          </a:xfrm>
          <a:prstGeom prst="rect">
            <a:avLst/>
          </a:prstGeom>
          <a:noFill/>
          <a:ln/>
        </p:spPr>
      </p:sp>
      <p:sp>
        <p:nvSpPr>
          <p:cNvPr id="31" name="Text 18"/>
          <p:cNvSpPr/>
          <p:nvPr/>
        </p:nvSpPr>
        <p:spPr>
          <a:xfrm>
            <a:off x="2833764" y="3448048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Routing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table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20"/>
          <p:cNvSpPr/>
          <p:nvPr/>
        </p:nvSpPr>
        <p:spPr>
          <a:xfrm>
            <a:off x="3772003" y="1047983"/>
            <a:ext cx="6000915" cy="5085853"/>
          </a:xfrm>
          <a:prstGeom prst="rect">
            <a:avLst/>
          </a:prstGeom>
          <a:noFill/>
          <a:ln/>
        </p:spPr>
      </p:sp>
      <p:pic>
        <p:nvPicPr>
          <p:cNvPr id="34" name="Image 11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2003" y="1047983"/>
            <a:ext cx="9526" cy="5085853"/>
          </a:xfrm>
          <a:prstGeom prst="rect">
            <a:avLst/>
          </a:prstGeom>
        </p:spPr>
      </p:pic>
      <p:pic>
        <p:nvPicPr>
          <p:cNvPr id="35" name="Image 12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307" y="1047983"/>
            <a:ext cx="9526" cy="5085853"/>
          </a:xfrm>
          <a:prstGeom prst="rect">
            <a:avLst/>
          </a:prstGeom>
        </p:spPr>
      </p:pic>
      <p:pic>
        <p:nvPicPr>
          <p:cNvPr id="36" name="Image 13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612" y="1047983"/>
            <a:ext cx="9526" cy="5085853"/>
          </a:xfrm>
          <a:prstGeom prst="rect">
            <a:avLst/>
          </a:prstGeom>
        </p:spPr>
      </p:pic>
      <p:pic>
        <p:nvPicPr>
          <p:cNvPr id="37" name="Image 14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72917" y="1047983"/>
            <a:ext cx="9526" cy="5085853"/>
          </a:xfrm>
          <a:prstGeom prst="rect">
            <a:avLst/>
          </a:prstGeom>
        </p:spPr>
      </p:pic>
      <p:sp>
        <p:nvSpPr>
          <p:cNvPr id="38" name="Shape 21"/>
          <p:cNvSpPr/>
          <p:nvPr/>
        </p:nvSpPr>
        <p:spPr>
          <a:xfrm>
            <a:off x="381011" y="276533"/>
            <a:ext cx="895374" cy="438107"/>
          </a:xfrm>
          <a:prstGeom prst="rect">
            <a:avLst/>
          </a:prstGeom>
          <a:noFill/>
          <a:ln/>
        </p:spPr>
      </p:sp>
      <p:sp>
        <p:nvSpPr>
          <p:cNvPr id="41" name="Shape 24"/>
          <p:cNvSpPr/>
          <p:nvPr/>
        </p:nvSpPr>
        <p:spPr>
          <a:xfrm>
            <a:off x="10434923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43" name="Text 25"/>
          <p:cNvSpPr/>
          <p:nvPr/>
        </p:nvSpPr>
        <p:spPr>
          <a:xfrm>
            <a:off x="10415872" y="2000389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Security Groups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0">
            <a:extLst>
              <a:ext uri="{FF2B5EF4-FFF2-40B4-BE49-F238E27FC236}">
                <a16:creationId xmlns:a16="http://schemas.microsoft.com/office/drawing/2014/main" id="{B868DB2B-6651-2647-959E-5D137CA43B25}"/>
              </a:ext>
            </a:extLst>
          </p:cNvPr>
          <p:cNvSpPr/>
          <p:nvPr/>
        </p:nvSpPr>
        <p:spPr>
          <a:xfrm>
            <a:off x="609617" y="2892478"/>
            <a:ext cx="1062892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Resource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D3574ED3-CAC9-D642-8088-3A2301BBE057}"/>
              </a:ext>
            </a:extLst>
          </p:cNvPr>
          <p:cNvSpPr/>
          <p:nvPr/>
        </p:nvSpPr>
        <p:spPr>
          <a:xfrm>
            <a:off x="609617" y="1406723"/>
            <a:ext cx="922850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Service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 3">
            <a:extLst>
              <a:ext uri="{FF2B5EF4-FFF2-40B4-BE49-F238E27FC236}">
                <a16:creationId xmlns:a16="http://schemas.microsoft.com/office/drawing/2014/main" id="{220356A2-EA9D-1F4D-82C4-5AC9B8A227C7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2E553C43-A7A7-6140-B431-1AA59F36B675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Network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121">
            <a:extLst>
              <a:ext uri="{FF2B5EF4-FFF2-40B4-BE49-F238E27FC236}">
                <a16:creationId xmlns:a16="http://schemas.microsoft.com/office/drawing/2014/main" id="{358274A1-3BD9-3E4A-B8B8-B2104BD5433F}"/>
              </a:ext>
            </a:extLst>
          </p:cNvPr>
          <p:cNvSpPr/>
          <p:nvPr/>
        </p:nvSpPr>
        <p:spPr>
          <a:xfrm>
            <a:off x="11603566" y="501935"/>
            <a:ext cx="207758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ts val="1650"/>
              </a:lnSpc>
            </a:pPr>
            <a:r>
              <a:rPr lang="en-US" sz="1100" b="1" kern="0" spc="-10" dirty="0">
                <a:solidFill>
                  <a:srgbClr val="555555">
                    <a:alpha val="100000"/>
                  </a:srgbClr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1/4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0" name="Image 5">
            <a:extLst>
              <a:ext uri="{FF2B5EF4-FFF2-40B4-BE49-F238E27FC236}">
                <a16:creationId xmlns:a16="http://schemas.microsoft.com/office/drawing/2014/main" id="{C39A2ABC-950B-394A-8ABC-196EE290BE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7025" y="2914700"/>
            <a:ext cx="457155" cy="457155"/>
          </a:xfrm>
          <a:prstGeom prst="rect">
            <a:avLst/>
          </a:prstGeom>
        </p:spPr>
      </p:pic>
      <p:pic>
        <p:nvPicPr>
          <p:cNvPr id="52" name="Image 7">
            <a:extLst>
              <a:ext uri="{FF2B5EF4-FFF2-40B4-BE49-F238E27FC236}">
                <a16:creationId xmlns:a16="http://schemas.microsoft.com/office/drawing/2014/main" id="{55F4B806-D722-494C-96A7-8A09F2E902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9045" y="2914700"/>
            <a:ext cx="457155" cy="457155"/>
          </a:xfrm>
          <a:prstGeom prst="rect">
            <a:avLst/>
          </a:prstGeom>
        </p:spPr>
      </p:pic>
      <p:sp>
        <p:nvSpPr>
          <p:cNvPr id="53" name="Text 1">
            <a:extLst>
              <a:ext uri="{FF2B5EF4-FFF2-40B4-BE49-F238E27FC236}">
                <a16:creationId xmlns:a16="http://schemas.microsoft.com/office/drawing/2014/main" id="{AD976D2B-98E5-324E-BF2D-7F744184753B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22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5" name="Image 1" descr=" ">
            <a:extLst>
              <a:ext uri="{FF2B5EF4-FFF2-40B4-BE49-F238E27FC236}">
                <a16:creationId xmlns:a16="http://schemas.microsoft.com/office/drawing/2014/main" id="{C8DF8FCA-7209-7E41-987D-5686CFD502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00382" y="1352753"/>
            <a:ext cx="571515" cy="571444"/>
          </a:xfrm>
          <a:prstGeom prst="rect">
            <a:avLst/>
          </a:prstGeom>
        </p:spPr>
      </p:pic>
      <p:pic>
        <p:nvPicPr>
          <p:cNvPr id="56" name="Image 2" descr=" ">
            <a:extLst>
              <a:ext uri="{FF2B5EF4-FFF2-40B4-BE49-F238E27FC236}">
                <a16:creationId xmlns:a16="http://schemas.microsoft.com/office/drawing/2014/main" id="{E68902E0-DF9D-7747-80C6-C6203650D80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81635" y="1352753"/>
            <a:ext cx="571515" cy="571444"/>
          </a:xfrm>
          <a:prstGeom prst="rect">
            <a:avLst/>
          </a:prstGeom>
        </p:spPr>
      </p:pic>
      <p:pic>
        <p:nvPicPr>
          <p:cNvPr id="57" name="Image 3" descr=" ">
            <a:extLst>
              <a:ext uri="{FF2B5EF4-FFF2-40B4-BE49-F238E27FC236}">
                <a16:creationId xmlns:a16="http://schemas.microsoft.com/office/drawing/2014/main" id="{0C16E93C-659C-014F-A609-ABC7D045ACB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2415" y="1352753"/>
            <a:ext cx="571515" cy="571444"/>
          </a:xfrm>
          <a:prstGeom prst="rect">
            <a:avLst/>
          </a:prstGeom>
        </p:spPr>
      </p:pic>
      <p:pic>
        <p:nvPicPr>
          <p:cNvPr id="58" name="Image 4" descr=" ">
            <a:extLst>
              <a:ext uri="{FF2B5EF4-FFF2-40B4-BE49-F238E27FC236}">
                <a16:creationId xmlns:a16="http://schemas.microsoft.com/office/drawing/2014/main" id="{80E4522B-EE78-9648-800C-D8117D3EF1E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63194" y="1352753"/>
            <a:ext cx="571515" cy="571444"/>
          </a:xfrm>
          <a:prstGeom prst="rect">
            <a:avLst/>
          </a:prstGeom>
        </p:spPr>
      </p:pic>
      <p:pic>
        <p:nvPicPr>
          <p:cNvPr id="59" name="Image 12" descr=" ">
            <a:extLst>
              <a:ext uri="{FF2B5EF4-FFF2-40B4-BE49-F238E27FC236}">
                <a16:creationId xmlns:a16="http://schemas.microsoft.com/office/drawing/2014/main" id="{52974838-68A6-9442-ABBA-BB22F055823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453974" y="1352753"/>
            <a:ext cx="571515" cy="57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440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065BE03D-CD3C-9243-9647-33A5EFD3A629}"/>
              </a:ext>
            </a:extLst>
          </p:cNvPr>
          <p:cNvSpPr/>
          <p:nvPr/>
        </p:nvSpPr>
        <p:spPr>
          <a:xfrm>
            <a:off x="381011" y="1047410"/>
            <a:ext cx="11429978" cy="1485755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2419416" y="1352753"/>
            <a:ext cx="733445" cy="952407"/>
          </a:xfrm>
          <a:prstGeom prst="rect">
            <a:avLst/>
          </a:prstGeom>
          <a:noFill/>
          <a:ln/>
        </p:spPr>
      </p:sp>
      <p:sp>
        <p:nvSpPr>
          <p:cNvPr id="6" name="Text 2"/>
          <p:cNvSpPr/>
          <p:nvPr/>
        </p:nvSpPr>
        <p:spPr>
          <a:xfrm>
            <a:off x="2400366" y="2000390"/>
            <a:ext cx="771546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Load Balancer</a:t>
            </a:r>
            <a:endParaRPr lang="en-US" sz="1000" dirty="0">
              <a:solidFill>
                <a:srgbClr val="555555"/>
              </a:solidFill>
            </a:endParaRPr>
          </a:p>
        </p:txBody>
      </p:sp>
      <p:sp>
        <p:nvSpPr>
          <p:cNvPr id="7" name="Shape 3"/>
          <p:cNvSpPr/>
          <p:nvPr/>
        </p:nvSpPr>
        <p:spPr>
          <a:xfrm>
            <a:off x="446258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9" name="Text 4"/>
          <p:cNvSpPr/>
          <p:nvPr/>
        </p:nvSpPr>
        <p:spPr>
          <a:xfrm>
            <a:off x="4410196" y="2000390"/>
            <a:ext cx="714394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NAT Instance</a:t>
            </a:r>
            <a:endParaRPr lang="en-US" sz="1000" dirty="0">
              <a:solidFill>
                <a:srgbClr val="555555"/>
              </a:solidFill>
            </a:endParaRPr>
          </a:p>
        </p:txBody>
      </p:sp>
      <p:sp>
        <p:nvSpPr>
          <p:cNvPr id="10" name="Shape 5"/>
          <p:cNvSpPr/>
          <p:nvPr/>
        </p:nvSpPr>
        <p:spPr>
          <a:xfrm>
            <a:off x="645336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2" name="Text 6"/>
          <p:cNvSpPr/>
          <p:nvPr/>
        </p:nvSpPr>
        <p:spPr>
          <a:xfrm>
            <a:off x="6448602" y="2000390"/>
            <a:ext cx="619142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Transit Hub</a:t>
            </a:r>
            <a:endParaRPr lang="en-US" sz="1000" dirty="0">
              <a:solidFill>
                <a:srgbClr val="555555"/>
              </a:solidFill>
            </a:endParaRPr>
          </a:p>
        </p:txBody>
      </p:sp>
      <p:sp>
        <p:nvSpPr>
          <p:cNvPr id="13" name="Shape 7"/>
          <p:cNvSpPr/>
          <p:nvPr/>
        </p:nvSpPr>
        <p:spPr>
          <a:xfrm>
            <a:off x="8444143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5" name="Text 8"/>
          <p:cNvSpPr/>
          <p:nvPr/>
        </p:nvSpPr>
        <p:spPr>
          <a:xfrm>
            <a:off x="8425092" y="2000389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Internet Gateway</a:t>
            </a:r>
            <a:endParaRPr lang="en-US" sz="1000" dirty="0">
              <a:solidFill>
                <a:srgbClr val="555555"/>
              </a:solidFill>
            </a:endParaRPr>
          </a:p>
        </p:txBody>
      </p:sp>
      <p:sp>
        <p:nvSpPr>
          <p:cNvPr id="16" name="Shape 9"/>
          <p:cNvSpPr/>
          <p:nvPr/>
        </p:nvSpPr>
        <p:spPr>
          <a:xfrm>
            <a:off x="6067590" y="2914700"/>
            <a:ext cx="1381163" cy="695257"/>
          </a:xfrm>
          <a:prstGeom prst="rect">
            <a:avLst/>
          </a:prstGeom>
          <a:noFill/>
          <a:ln/>
        </p:spPr>
      </p:sp>
      <p:sp>
        <p:nvSpPr>
          <p:cNvPr id="17" name="Shape 10"/>
          <p:cNvSpPr/>
          <p:nvPr/>
        </p:nvSpPr>
        <p:spPr>
          <a:xfrm>
            <a:off x="6453364" y="2914700"/>
            <a:ext cx="609617" cy="695257"/>
          </a:xfrm>
          <a:prstGeom prst="rect">
            <a:avLst/>
          </a:prstGeom>
          <a:noFill/>
          <a:ln/>
        </p:spPr>
      </p:sp>
      <p:sp>
        <p:nvSpPr>
          <p:cNvPr id="18" name="Shape 11"/>
          <p:cNvSpPr/>
          <p:nvPr/>
        </p:nvSpPr>
        <p:spPr>
          <a:xfrm>
            <a:off x="6453364" y="2914700"/>
            <a:ext cx="609617" cy="695257"/>
          </a:xfrm>
          <a:prstGeom prst="rect">
            <a:avLst/>
          </a:prstGeom>
          <a:noFill/>
          <a:ln/>
        </p:spPr>
      </p:sp>
      <p:sp>
        <p:nvSpPr>
          <p:cNvPr id="20" name="Text 12"/>
          <p:cNvSpPr/>
          <p:nvPr/>
        </p:nvSpPr>
        <p:spPr>
          <a:xfrm>
            <a:off x="6434313" y="3448048"/>
            <a:ext cx="64771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Attachment</a:t>
            </a:r>
            <a:endParaRPr lang="en-US" sz="1000" dirty="0">
              <a:solidFill>
                <a:srgbClr val="555555"/>
              </a:solidFill>
            </a:endParaRPr>
          </a:p>
        </p:txBody>
      </p:sp>
      <p:sp>
        <p:nvSpPr>
          <p:cNvPr id="22" name="Shape 14"/>
          <p:cNvSpPr/>
          <p:nvPr/>
        </p:nvSpPr>
        <p:spPr>
          <a:xfrm>
            <a:off x="3772003" y="1047983"/>
            <a:ext cx="6000915" cy="5085853"/>
          </a:xfrm>
          <a:prstGeom prst="rect">
            <a:avLst/>
          </a:prstGeom>
          <a:noFill/>
          <a:ln/>
        </p:spPr>
      </p:sp>
      <p:pic>
        <p:nvPicPr>
          <p:cNvPr id="23" name="Image 6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2003" y="1047983"/>
            <a:ext cx="9526" cy="5085853"/>
          </a:xfrm>
          <a:prstGeom prst="rect">
            <a:avLst/>
          </a:prstGeom>
        </p:spPr>
      </p:pic>
      <p:pic>
        <p:nvPicPr>
          <p:cNvPr id="24" name="Image 7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307" y="1047983"/>
            <a:ext cx="9526" cy="5085853"/>
          </a:xfrm>
          <a:prstGeom prst="rect">
            <a:avLst/>
          </a:prstGeom>
        </p:spPr>
      </p:pic>
      <p:pic>
        <p:nvPicPr>
          <p:cNvPr id="25" name="Image 8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612" y="1047983"/>
            <a:ext cx="9526" cy="5085853"/>
          </a:xfrm>
          <a:prstGeom prst="rect">
            <a:avLst/>
          </a:prstGeom>
        </p:spPr>
      </p:pic>
      <p:pic>
        <p:nvPicPr>
          <p:cNvPr id="26" name="Image 9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72917" y="1047983"/>
            <a:ext cx="9526" cy="5085853"/>
          </a:xfrm>
          <a:prstGeom prst="rect">
            <a:avLst/>
          </a:prstGeom>
        </p:spPr>
      </p:pic>
      <p:sp>
        <p:nvSpPr>
          <p:cNvPr id="30" name="Shape 18"/>
          <p:cNvSpPr/>
          <p:nvPr/>
        </p:nvSpPr>
        <p:spPr>
          <a:xfrm>
            <a:off x="10434923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32" name="Text 19"/>
          <p:cNvSpPr/>
          <p:nvPr/>
        </p:nvSpPr>
        <p:spPr>
          <a:xfrm>
            <a:off x="10415872" y="2000389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Peering Gateway</a:t>
            </a:r>
            <a:endParaRPr lang="en-US" sz="1000" dirty="0">
              <a:solidFill>
                <a:srgbClr val="555555"/>
              </a:solidFill>
            </a:endParaRPr>
          </a:p>
        </p:txBody>
      </p:sp>
      <p:sp>
        <p:nvSpPr>
          <p:cNvPr id="33" name="Text 0">
            <a:extLst>
              <a:ext uri="{FF2B5EF4-FFF2-40B4-BE49-F238E27FC236}">
                <a16:creationId xmlns:a16="http://schemas.microsoft.com/office/drawing/2014/main" id="{5D46D89B-9FB1-9B45-8476-2D9B2D4271BB}"/>
              </a:ext>
            </a:extLst>
          </p:cNvPr>
          <p:cNvSpPr/>
          <p:nvPr/>
        </p:nvSpPr>
        <p:spPr>
          <a:xfrm>
            <a:off x="609617" y="2892478"/>
            <a:ext cx="1062892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Resource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70302374-C0AA-4047-8245-73AB18431608}"/>
              </a:ext>
            </a:extLst>
          </p:cNvPr>
          <p:cNvSpPr/>
          <p:nvPr/>
        </p:nvSpPr>
        <p:spPr>
          <a:xfrm>
            <a:off x="609617" y="1406723"/>
            <a:ext cx="922850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Service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433034CC-9B15-5647-98E2-B6E875D65D59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7097BCE9-8E58-8845-A516-398FC0C0F5F4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Network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121">
            <a:extLst>
              <a:ext uri="{FF2B5EF4-FFF2-40B4-BE49-F238E27FC236}">
                <a16:creationId xmlns:a16="http://schemas.microsoft.com/office/drawing/2014/main" id="{103F5637-4995-304A-8AE3-02B8222D75FA}"/>
              </a:ext>
            </a:extLst>
          </p:cNvPr>
          <p:cNvSpPr/>
          <p:nvPr/>
        </p:nvSpPr>
        <p:spPr>
          <a:xfrm>
            <a:off x="11603566" y="501935"/>
            <a:ext cx="207758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ts val="1650"/>
              </a:lnSpc>
            </a:pPr>
            <a:r>
              <a:rPr lang="en-US" sz="1100" b="1" kern="0" spc="-10" dirty="0">
                <a:solidFill>
                  <a:srgbClr val="555555">
                    <a:alpha val="100000"/>
                  </a:srgbClr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2/4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9" name="Image 5" descr=" ">
            <a:extLst>
              <a:ext uri="{FF2B5EF4-FFF2-40B4-BE49-F238E27FC236}">
                <a16:creationId xmlns:a16="http://schemas.microsoft.com/office/drawing/2014/main" id="{097885E0-093B-194E-BC33-DDCADF4334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9566" y="2914700"/>
            <a:ext cx="457212" cy="457155"/>
          </a:xfrm>
          <a:prstGeom prst="rect">
            <a:avLst/>
          </a:prstGeom>
        </p:spPr>
      </p:pic>
      <p:sp>
        <p:nvSpPr>
          <p:cNvPr id="40" name="Text 1">
            <a:extLst>
              <a:ext uri="{FF2B5EF4-FFF2-40B4-BE49-F238E27FC236}">
                <a16:creationId xmlns:a16="http://schemas.microsoft.com/office/drawing/2014/main" id="{B54D875A-3D91-F14B-937E-ACA47082DB34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23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Image 1" descr=" ">
            <a:extLst>
              <a:ext uri="{FF2B5EF4-FFF2-40B4-BE49-F238E27FC236}">
                <a16:creationId xmlns:a16="http://schemas.microsoft.com/office/drawing/2014/main" id="{79D3FFBF-D0D3-0C48-9201-509166479A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00381" y="1352753"/>
            <a:ext cx="571515" cy="571444"/>
          </a:xfrm>
          <a:prstGeom prst="rect">
            <a:avLst/>
          </a:prstGeom>
        </p:spPr>
      </p:pic>
      <p:pic>
        <p:nvPicPr>
          <p:cNvPr id="42" name="Image 2" descr=" ">
            <a:extLst>
              <a:ext uri="{FF2B5EF4-FFF2-40B4-BE49-F238E27FC236}">
                <a16:creationId xmlns:a16="http://schemas.microsoft.com/office/drawing/2014/main" id="{B88E27B1-C5A9-8743-BEE8-5CC72964195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81635" y="1352753"/>
            <a:ext cx="571515" cy="571444"/>
          </a:xfrm>
          <a:prstGeom prst="rect">
            <a:avLst/>
          </a:prstGeom>
        </p:spPr>
      </p:pic>
      <p:pic>
        <p:nvPicPr>
          <p:cNvPr id="43" name="Image 3" descr=" ">
            <a:extLst>
              <a:ext uri="{FF2B5EF4-FFF2-40B4-BE49-F238E27FC236}">
                <a16:creationId xmlns:a16="http://schemas.microsoft.com/office/drawing/2014/main" id="{237A703C-0B62-5346-9B2D-FECF7875526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2415" y="1352753"/>
            <a:ext cx="571515" cy="571444"/>
          </a:xfrm>
          <a:prstGeom prst="rect">
            <a:avLst/>
          </a:prstGeom>
        </p:spPr>
      </p:pic>
      <p:pic>
        <p:nvPicPr>
          <p:cNvPr id="44" name="Image 4" descr=" ">
            <a:extLst>
              <a:ext uri="{FF2B5EF4-FFF2-40B4-BE49-F238E27FC236}">
                <a16:creationId xmlns:a16="http://schemas.microsoft.com/office/drawing/2014/main" id="{0C32EA52-E85E-8948-81F8-FF2EFB27CBF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63194" y="1352753"/>
            <a:ext cx="571515" cy="571444"/>
          </a:xfrm>
          <a:prstGeom prst="rect">
            <a:avLst/>
          </a:prstGeom>
        </p:spPr>
      </p:pic>
      <p:pic>
        <p:nvPicPr>
          <p:cNvPr id="45" name="Image 10" descr=" ">
            <a:extLst>
              <a:ext uri="{FF2B5EF4-FFF2-40B4-BE49-F238E27FC236}">
                <a16:creationId xmlns:a16="http://schemas.microsoft.com/office/drawing/2014/main" id="{69A5160C-81FE-6D45-930A-260339F194C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453974" y="1352753"/>
            <a:ext cx="571515" cy="571444"/>
          </a:xfrm>
          <a:prstGeom prst="rect">
            <a:avLst/>
          </a:prstGeom>
        </p:spPr>
      </p:pic>
      <p:sp>
        <p:nvSpPr>
          <p:cNvPr id="46" name="Text 15">
            <a:extLst>
              <a:ext uri="{FF2B5EF4-FFF2-40B4-BE49-F238E27FC236}">
                <a16:creationId xmlns:a16="http://schemas.microsoft.com/office/drawing/2014/main" id="{A129690A-D7F6-4FC1-9DBD-FCA24478FD0B}"/>
              </a:ext>
            </a:extLst>
          </p:cNvPr>
          <p:cNvSpPr/>
          <p:nvPr/>
        </p:nvSpPr>
        <p:spPr>
          <a:xfrm>
            <a:off x="10417889" y="3371855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Peering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connection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7" name="Image 6">
            <a:extLst>
              <a:ext uri="{FF2B5EF4-FFF2-40B4-BE49-F238E27FC236}">
                <a16:creationId xmlns:a16="http://schemas.microsoft.com/office/drawing/2014/main" id="{D04F6224-5738-483D-9EA8-AEF9FC66C0B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513170" y="2838508"/>
            <a:ext cx="457155" cy="45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7992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>
            <a:extLst>
              <a:ext uri="{FF2B5EF4-FFF2-40B4-BE49-F238E27FC236}">
                <a16:creationId xmlns:a16="http://schemas.microsoft.com/office/drawing/2014/main" id="{3C163AB2-343F-B343-896F-A8EFF43F4E1C}"/>
              </a:ext>
            </a:extLst>
          </p:cNvPr>
          <p:cNvSpPr/>
          <p:nvPr/>
        </p:nvSpPr>
        <p:spPr>
          <a:xfrm>
            <a:off x="381011" y="1047410"/>
            <a:ext cx="11429978" cy="1485755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2467042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6" name="Text 2"/>
          <p:cNvSpPr/>
          <p:nvPr/>
        </p:nvSpPr>
        <p:spPr>
          <a:xfrm>
            <a:off x="2452754" y="2000389"/>
            <a:ext cx="633430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Colocation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Gateway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46258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9" name="Text 4"/>
          <p:cNvSpPr/>
          <p:nvPr/>
        </p:nvSpPr>
        <p:spPr>
          <a:xfrm>
            <a:off x="4400670" y="2000390"/>
            <a:ext cx="733445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NAT Gateway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645336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2" name="Text 6"/>
          <p:cNvSpPr/>
          <p:nvPr/>
        </p:nvSpPr>
        <p:spPr>
          <a:xfrm>
            <a:off x="6264281" y="2000389"/>
            <a:ext cx="987780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VPN Gateway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(Site-to-Site VPN)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8444143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5" name="Text 8"/>
          <p:cNvSpPr/>
          <p:nvPr/>
        </p:nvSpPr>
        <p:spPr>
          <a:xfrm>
            <a:off x="8425092" y="2000389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Service Gateway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9"/>
          <p:cNvSpPr/>
          <p:nvPr/>
        </p:nvSpPr>
        <p:spPr>
          <a:xfrm>
            <a:off x="2086032" y="2914700"/>
            <a:ext cx="1381163" cy="857166"/>
          </a:xfrm>
          <a:prstGeom prst="rect">
            <a:avLst/>
          </a:prstGeom>
          <a:noFill/>
          <a:ln/>
        </p:spPr>
      </p:sp>
      <p:sp>
        <p:nvSpPr>
          <p:cNvPr id="17" name="Shape 10"/>
          <p:cNvSpPr/>
          <p:nvPr/>
        </p:nvSpPr>
        <p:spPr>
          <a:xfrm>
            <a:off x="2471805" y="2914700"/>
            <a:ext cx="609617" cy="857166"/>
          </a:xfrm>
          <a:prstGeom prst="rect">
            <a:avLst/>
          </a:prstGeom>
          <a:noFill/>
          <a:ln/>
        </p:spPr>
      </p:sp>
      <p:sp>
        <p:nvSpPr>
          <p:cNvPr id="18" name="Shape 11"/>
          <p:cNvSpPr/>
          <p:nvPr/>
        </p:nvSpPr>
        <p:spPr>
          <a:xfrm>
            <a:off x="2471805" y="2914700"/>
            <a:ext cx="609617" cy="857166"/>
          </a:xfrm>
          <a:prstGeom prst="rect">
            <a:avLst/>
          </a:prstGeom>
          <a:noFill/>
          <a:ln/>
        </p:spPr>
      </p:sp>
      <p:sp>
        <p:nvSpPr>
          <p:cNvPr id="20" name="Text 12"/>
          <p:cNvSpPr/>
          <p:nvPr/>
        </p:nvSpPr>
        <p:spPr>
          <a:xfrm>
            <a:off x="2452754" y="3448048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NHN Cloud Zone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6067590" y="2914700"/>
            <a:ext cx="1381163" cy="857166"/>
          </a:xfrm>
          <a:prstGeom prst="rect">
            <a:avLst/>
          </a:prstGeom>
          <a:noFill/>
          <a:ln/>
        </p:spPr>
      </p:sp>
      <p:sp>
        <p:nvSpPr>
          <p:cNvPr id="22" name="Shape 14"/>
          <p:cNvSpPr/>
          <p:nvPr/>
        </p:nvSpPr>
        <p:spPr>
          <a:xfrm>
            <a:off x="6453364" y="2914700"/>
            <a:ext cx="609617" cy="857166"/>
          </a:xfrm>
          <a:prstGeom prst="rect">
            <a:avLst/>
          </a:prstGeom>
          <a:noFill/>
          <a:ln/>
        </p:spPr>
      </p:sp>
      <p:sp>
        <p:nvSpPr>
          <p:cNvPr id="23" name="Shape 15"/>
          <p:cNvSpPr/>
          <p:nvPr/>
        </p:nvSpPr>
        <p:spPr>
          <a:xfrm>
            <a:off x="6453364" y="2914700"/>
            <a:ext cx="609617" cy="857166"/>
          </a:xfrm>
          <a:prstGeom prst="rect">
            <a:avLst/>
          </a:prstGeom>
          <a:noFill/>
          <a:ln/>
        </p:spPr>
      </p:sp>
      <p:sp>
        <p:nvSpPr>
          <p:cNvPr id="25" name="Text 16"/>
          <p:cNvSpPr/>
          <p:nvPr/>
        </p:nvSpPr>
        <p:spPr>
          <a:xfrm>
            <a:off x="6434313" y="3448048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VPN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connection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18"/>
          <p:cNvSpPr/>
          <p:nvPr/>
        </p:nvSpPr>
        <p:spPr>
          <a:xfrm>
            <a:off x="3772003" y="1047983"/>
            <a:ext cx="6000915" cy="5085853"/>
          </a:xfrm>
          <a:prstGeom prst="rect">
            <a:avLst/>
          </a:prstGeom>
          <a:noFill/>
          <a:ln/>
        </p:spPr>
      </p:sp>
      <p:pic>
        <p:nvPicPr>
          <p:cNvPr id="28" name="Image 7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2003" y="1047983"/>
            <a:ext cx="9526" cy="5085853"/>
          </a:xfrm>
          <a:prstGeom prst="rect">
            <a:avLst/>
          </a:prstGeom>
        </p:spPr>
      </p:pic>
      <p:pic>
        <p:nvPicPr>
          <p:cNvPr id="29" name="Image 8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307" y="1047983"/>
            <a:ext cx="9526" cy="5085853"/>
          </a:xfrm>
          <a:prstGeom prst="rect">
            <a:avLst/>
          </a:prstGeom>
        </p:spPr>
      </p:pic>
      <p:pic>
        <p:nvPicPr>
          <p:cNvPr id="30" name="Image 9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612" y="1047983"/>
            <a:ext cx="9526" cy="5085853"/>
          </a:xfrm>
          <a:prstGeom prst="rect">
            <a:avLst/>
          </a:prstGeom>
        </p:spPr>
      </p:pic>
      <p:pic>
        <p:nvPicPr>
          <p:cNvPr id="31" name="Image 1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72917" y="1047983"/>
            <a:ext cx="9526" cy="5085853"/>
          </a:xfrm>
          <a:prstGeom prst="rect">
            <a:avLst/>
          </a:prstGeom>
        </p:spPr>
      </p:pic>
      <p:sp>
        <p:nvSpPr>
          <p:cNvPr id="35" name="Shape 22"/>
          <p:cNvSpPr/>
          <p:nvPr/>
        </p:nvSpPr>
        <p:spPr>
          <a:xfrm>
            <a:off x="10434923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37" name="Text 23"/>
          <p:cNvSpPr/>
          <p:nvPr/>
        </p:nvSpPr>
        <p:spPr>
          <a:xfrm>
            <a:off x="10415872" y="2000389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Traffic Mirroring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0">
            <a:extLst>
              <a:ext uri="{FF2B5EF4-FFF2-40B4-BE49-F238E27FC236}">
                <a16:creationId xmlns:a16="http://schemas.microsoft.com/office/drawing/2014/main" id="{2064304E-3DBD-7B48-9CAF-28C1DFC0C828}"/>
              </a:ext>
            </a:extLst>
          </p:cNvPr>
          <p:cNvSpPr/>
          <p:nvPr/>
        </p:nvSpPr>
        <p:spPr>
          <a:xfrm>
            <a:off x="609617" y="2892478"/>
            <a:ext cx="1062892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Resource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E29F7452-AB5E-C74B-B778-516FD44DDACD}"/>
              </a:ext>
            </a:extLst>
          </p:cNvPr>
          <p:cNvSpPr/>
          <p:nvPr/>
        </p:nvSpPr>
        <p:spPr>
          <a:xfrm>
            <a:off x="609617" y="1406723"/>
            <a:ext cx="922850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Service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895F2D5C-ADFF-E24A-B262-CE14828A5469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C9FA452C-DF4A-324E-9927-85AE1FA9BB78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Network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121">
            <a:extLst>
              <a:ext uri="{FF2B5EF4-FFF2-40B4-BE49-F238E27FC236}">
                <a16:creationId xmlns:a16="http://schemas.microsoft.com/office/drawing/2014/main" id="{0D7E7AB1-4521-7049-9094-5870B9F88158}"/>
              </a:ext>
            </a:extLst>
          </p:cNvPr>
          <p:cNvSpPr/>
          <p:nvPr/>
        </p:nvSpPr>
        <p:spPr>
          <a:xfrm>
            <a:off x="11603566" y="501935"/>
            <a:ext cx="207758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ts val="1650"/>
              </a:lnSpc>
            </a:pPr>
            <a:r>
              <a:rPr lang="en-US" sz="1100" b="1" kern="0" spc="-10" dirty="0">
                <a:solidFill>
                  <a:srgbClr val="555555">
                    <a:alpha val="100000"/>
                  </a:srgbClr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3/4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4" name="Image 5" descr=" ">
            <a:extLst>
              <a:ext uri="{FF2B5EF4-FFF2-40B4-BE49-F238E27FC236}">
                <a16:creationId xmlns:a16="http://schemas.microsoft.com/office/drawing/2014/main" id="{ADC06E17-2241-B647-9CE7-C1FE91EF33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48007" y="2914700"/>
            <a:ext cx="457212" cy="457155"/>
          </a:xfrm>
          <a:prstGeom prst="rect">
            <a:avLst/>
          </a:prstGeom>
        </p:spPr>
      </p:pic>
      <p:pic>
        <p:nvPicPr>
          <p:cNvPr id="45" name="Image 6" descr=" ">
            <a:extLst>
              <a:ext uri="{FF2B5EF4-FFF2-40B4-BE49-F238E27FC236}">
                <a16:creationId xmlns:a16="http://schemas.microsoft.com/office/drawing/2014/main" id="{BC2C745A-6F86-A443-8589-427C0920B5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29566" y="2914700"/>
            <a:ext cx="457212" cy="457155"/>
          </a:xfrm>
          <a:prstGeom prst="rect">
            <a:avLst/>
          </a:prstGeom>
        </p:spPr>
      </p:pic>
      <p:sp>
        <p:nvSpPr>
          <p:cNvPr id="46" name="Text 1">
            <a:extLst>
              <a:ext uri="{FF2B5EF4-FFF2-40B4-BE49-F238E27FC236}">
                <a16:creationId xmlns:a16="http://schemas.microsoft.com/office/drawing/2014/main" id="{400A8E5D-82A4-3246-AFC7-8B83D7DC9E7B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24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7" name="Image 1" descr=" ">
            <a:extLst>
              <a:ext uri="{FF2B5EF4-FFF2-40B4-BE49-F238E27FC236}">
                <a16:creationId xmlns:a16="http://schemas.microsoft.com/office/drawing/2014/main" id="{2F8340E8-E446-5849-A90A-7A7661287CE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467043" y="1352753"/>
            <a:ext cx="571515" cy="571444"/>
          </a:xfrm>
          <a:prstGeom prst="rect">
            <a:avLst/>
          </a:prstGeom>
        </p:spPr>
      </p:pic>
      <p:pic>
        <p:nvPicPr>
          <p:cNvPr id="48" name="Image 2" descr=" ">
            <a:extLst>
              <a:ext uri="{FF2B5EF4-FFF2-40B4-BE49-F238E27FC236}">
                <a16:creationId xmlns:a16="http://schemas.microsoft.com/office/drawing/2014/main" id="{E2180BB2-46CF-A047-9F87-3C01464D752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81635" y="1352753"/>
            <a:ext cx="571515" cy="571444"/>
          </a:xfrm>
          <a:prstGeom prst="rect">
            <a:avLst/>
          </a:prstGeom>
        </p:spPr>
      </p:pic>
      <p:pic>
        <p:nvPicPr>
          <p:cNvPr id="49" name="Image 3" descr=" ">
            <a:extLst>
              <a:ext uri="{FF2B5EF4-FFF2-40B4-BE49-F238E27FC236}">
                <a16:creationId xmlns:a16="http://schemas.microsoft.com/office/drawing/2014/main" id="{6BDE20AA-D160-9B4F-8828-EF61FC8216C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72415" y="1352753"/>
            <a:ext cx="571515" cy="571444"/>
          </a:xfrm>
          <a:prstGeom prst="rect">
            <a:avLst/>
          </a:prstGeom>
        </p:spPr>
      </p:pic>
      <p:pic>
        <p:nvPicPr>
          <p:cNvPr id="50" name="Image 4" descr=" ">
            <a:extLst>
              <a:ext uri="{FF2B5EF4-FFF2-40B4-BE49-F238E27FC236}">
                <a16:creationId xmlns:a16="http://schemas.microsoft.com/office/drawing/2014/main" id="{107DBD9B-8510-BC49-BAD4-CA1642F7673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63194" y="1352753"/>
            <a:ext cx="571515" cy="571444"/>
          </a:xfrm>
          <a:prstGeom prst="rect">
            <a:avLst/>
          </a:prstGeom>
        </p:spPr>
      </p:pic>
      <p:pic>
        <p:nvPicPr>
          <p:cNvPr id="51" name="Image 11" descr=" ">
            <a:extLst>
              <a:ext uri="{FF2B5EF4-FFF2-40B4-BE49-F238E27FC236}">
                <a16:creationId xmlns:a16="http://schemas.microsoft.com/office/drawing/2014/main" id="{BE3B1FAB-2170-9E48-AA5A-4648BF3D0DF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453974" y="1352753"/>
            <a:ext cx="571515" cy="57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290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6B01EAF1-E783-3C4D-998C-F1A18E949152}"/>
              </a:ext>
            </a:extLst>
          </p:cNvPr>
          <p:cNvSpPr/>
          <p:nvPr/>
        </p:nvSpPr>
        <p:spPr>
          <a:xfrm>
            <a:off x="381011" y="1047410"/>
            <a:ext cx="11429978" cy="1485755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2467042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6" name="Text 2"/>
          <p:cNvSpPr/>
          <p:nvPr/>
        </p:nvSpPr>
        <p:spPr>
          <a:xfrm>
            <a:off x="2324164" y="2000390"/>
            <a:ext cx="895374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Private DNS</a:t>
            </a:r>
            <a:endParaRPr lang="en-US" sz="1000" dirty="0">
              <a:solidFill>
                <a:srgbClr val="555555"/>
              </a:solidFill>
            </a:endParaRPr>
          </a:p>
        </p:txBody>
      </p:sp>
      <p:sp>
        <p:nvSpPr>
          <p:cNvPr id="7" name="Shape 3"/>
          <p:cNvSpPr/>
          <p:nvPr/>
        </p:nvSpPr>
        <p:spPr>
          <a:xfrm>
            <a:off x="446258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9" name="Text 4"/>
          <p:cNvSpPr/>
          <p:nvPr/>
        </p:nvSpPr>
        <p:spPr>
          <a:xfrm>
            <a:off x="4500685" y="2000390"/>
            <a:ext cx="533415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DNS Plus</a:t>
            </a:r>
            <a:endParaRPr lang="en-US" sz="1000" dirty="0">
              <a:solidFill>
                <a:srgbClr val="555555"/>
              </a:solidFill>
            </a:endParaRPr>
          </a:p>
        </p:txBody>
      </p:sp>
      <p:sp>
        <p:nvSpPr>
          <p:cNvPr id="10" name="Shape 5"/>
          <p:cNvSpPr/>
          <p:nvPr/>
        </p:nvSpPr>
        <p:spPr>
          <a:xfrm>
            <a:off x="645336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2" name="Text 6"/>
          <p:cNvSpPr/>
          <p:nvPr/>
        </p:nvSpPr>
        <p:spPr>
          <a:xfrm>
            <a:off x="6367636" y="2000390"/>
            <a:ext cx="781071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Direct Connect</a:t>
            </a:r>
            <a:endParaRPr lang="en-US" sz="1000" dirty="0">
              <a:solidFill>
                <a:srgbClr val="555555"/>
              </a:solidFill>
            </a:endParaRPr>
          </a:p>
        </p:txBody>
      </p:sp>
      <p:sp>
        <p:nvSpPr>
          <p:cNvPr id="13" name="Shape 7"/>
          <p:cNvSpPr/>
          <p:nvPr/>
        </p:nvSpPr>
        <p:spPr>
          <a:xfrm>
            <a:off x="4076811" y="2914700"/>
            <a:ext cx="1381163" cy="695257"/>
          </a:xfrm>
          <a:prstGeom prst="rect">
            <a:avLst/>
          </a:prstGeom>
          <a:noFill/>
          <a:ln/>
        </p:spPr>
      </p:sp>
      <p:sp>
        <p:nvSpPr>
          <p:cNvPr id="14" name="Shape 8"/>
          <p:cNvSpPr/>
          <p:nvPr/>
        </p:nvSpPr>
        <p:spPr>
          <a:xfrm>
            <a:off x="4081574" y="2914700"/>
            <a:ext cx="609617" cy="695257"/>
          </a:xfrm>
          <a:prstGeom prst="rect">
            <a:avLst/>
          </a:prstGeom>
          <a:noFill/>
          <a:ln/>
        </p:spPr>
      </p:sp>
      <p:sp>
        <p:nvSpPr>
          <p:cNvPr id="15" name="Shape 9"/>
          <p:cNvSpPr/>
          <p:nvPr/>
        </p:nvSpPr>
        <p:spPr>
          <a:xfrm>
            <a:off x="4081574" y="2914700"/>
            <a:ext cx="609617" cy="695257"/>
          </a:xfrm>
          <a:prstGeom prst="rect">
            <a:avLst/>
          </a:prstGeom>
          <a:noFill/>
          <a:ln/>
        </p:spPr>
      </p:sp>
      <p:sp>
        <p:nvSpPr>
          <p:cNvPr id="17" name="Text 10"/>
          <p:cNvSpPr/>
          <p:nvPr/>
        </p:nvSpPr>
        <p:spPr>
          <a:xfrm>
            <a:off x="4062523" y="3448048"/>
            <a:ext cx="64771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DNS</a:t>
            </a:r>
            <a:endParaRPr lang="en-US" sz="1000" dirty="0">
              <a:solidFill>
                <a:srgbClr val="555555"/>
              </a:solidFill>
            </a:endParaRPr>
          </a:p>
        </p:txBody>
      </p:sp>
      <p:sp>
        <p:nvSpPr>
          <p:cNvPr id="18" name="Shape 11"/>
          <p:cNvSpPr/>
          <p:nvPr/>
        </p:nvSpPr>
        <p:spPr>
          <a:xfrm>
            <a:off x="4843595" y="2914700"/>
            <a:ext cx="609617" cy="695257"/>
          </a:xfrm>
          <a:prstGeom prst="rect">
            <a:avLst/>
          </a:prstGeom>
          <a:noFill/>
          <a:ln/>
        </p:spPr>
      </p:sp>
      <p:sp>
        <p:nvSpPr>
          <p:cNvPr id="19" name="Shape 12"/>
          <p:cNvSpPr/>
          <p:nvPr/>
        </p:nvSpPr>
        <p:spPr>
          <a:xfrm>
            <a:off x="4843595" y="2914700"/>
            <a:ext cx="609617" cy="695257"/>
          </a:xfrm>
          <a:prstGeom prst="rect">
            <a:avLst/>
          </a:prstGeom>
          <a:noFill/>
          <a:ln/>
        </p:spPr>
      </p:sp>
      <p:sp>
        <p:nvSpPr>
          <p:cNvPr id="21" name="Text 13"/>
          <p:cNvSpPr/>
          <p:nvPr/>
        </p:nvSpPr>
        <p:spPr>
          <a:xfrm>
            <a:off x="4824544" y="3448048"/>
            <a:ext cx="64771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GSLB</a:t>
            </a:r>
            <a:endParaRPr lang="en-US" sz="1000" dirty="0">
              <a:solidFill>
                <a:srgbClr val="555555"/>
              </a:solidFill>
            </a:endParaRPr>
          </a:p>
        </p:txBody>
      </p:sp>
      <p:sp>
        <p:nvSpPr>
          <p:cNvPr id="23" name="Shape 15"/>
          <p:cNvSpPr/>
          <p:nvPr/>
        </p:nvSpPr>
        <p:spPr>
          <a:xfrm>
            <a:off x="3772003" y="1047983"/>
            <a:ext cx="2000305" cy="5085853"/>
          </a:xfrm>
          <a:prstGeom prst="rect">
            <a:avLst/>
          </a:prstGeom>
          <a:noFill/>
          <a:ln/>
        </p:spPr>
      </p:sp>
      <p:pic>
        <p:nvPicPr>
          <p:cNvPr id="24" name="Image 6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2003" y="1047983"/>
            <a:ext cx="9526" cy="5085853"/>
          </a:xfrm>
          <a:prstGeom prst="rect">
            <a:avLst/>
          </a:prstGeom>
        </p:spPr>
      </p:pic>
      <p:pic>
        <p:nvPicPr>
          <p:cNvPr id="25" name="Image 7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307" y="1047983"/>
            <a:ext cx="9526" cy="5085853"/>
          </a:xfrm>
          <a:prstGeom prst="rect">
            <a:avLst/>
          </a:prstGeom>
        </p:spPr>
      </p:pic>
      <p:sp>
        <p:nvSpPr>
          <p:cNvPr id="29" name="Text 0">
            <a:extLst>
              <a:ext uri="{FF2B5EF4-FFF2-40B4-BE49-F238E27FC236}">
                <a16:creationId xmlns:a16="http://schemas.microsoft.com/office/drawing/2014/main" id="{0A30BB01-27FB-3040-B1C4-003D21E9046D}"/>
              </a:ext>
            </a:extLst>
          </p:cNvPr>
          <p:cNvSpPr/>
          <p:nvPr/>
        </p:nvSpPr>
        <p:spPr>
          <a:xfrm>
            <a:off x="609617" y="2892478"/>
            <a:ext cx="1062892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Resource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4EE45EC9-4335-2F44-961F-49442504D78C}"/>
              </a:ext>
            </a:extLst>
          </p:cNvPr>
          <p:cNvSpPr/>
          <p:nvPr/>
        </p:nvSpPr>
        <p:spPr>
          <a:xfrm>
            <a:off x="609617" y="1406723"/>
            <a:ext cx="922850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Service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035CA191-FC3D-C14E-BB14-61BC40F305F5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31ACFF63-95DD-FC4E-91CA-ED6341E98FE1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Network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121">
            <a:extLst>
              <a:ext uri="{FF2B5EF4-FFF2-40B4-BE49-F238E27FC236}">
                <a16:creationId xmlns:a16="http://schemas.microsoft.com/office/drawing/2014/main" id="{2123EDD0-62FB-A140-876E-278610DF0904}"/>
              </a:ext>
            </a:extLst>
          </p:cNvPr>
          <p:cNvSpPr/>
          <p:nvPr/>
        </p:nvSpPr>
        <p:spPr>
          <a:xfrm>
            <a:off x="11603566" y="501935"/>
            <a:ext cx="207758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ts val="1650"/>
              </a:lnSpc>
            </a:pPr>
            <a:r>
              <a:rPr lang="en-US" sz="1100" b="1" kern="0" spc="-10" dirty="0">
                <a:solidFill>
                  <a:srgbClr val="555555">
                    <a:alpha val="100000"/>
                  </a:srgbClr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4/4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" name="Image 4" descr=" ">
            <a:extLst>
              <a:ext uri="{FF2B5EF4-FFF2-40B4-BE49-F238E27FC236}">
                <a16:creationId xmlns:a16="http://schemas.microsoft.com/office/drawing/2014/main" id="{3DB4E1B6-4B02-FF47-A211-53BF1DAF33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57776" y="2914700"/>
            <a:ext cx="457212" cy="457155"/>
          </a:xfrm>
          <a:prstGeom prst="rect">
            <a:avLst/>
          </a:prstGeom>
        </p:spPr>
      </p:pic>
      <p:pic>
        <p:nvPicPr>
          <p:cNvPr id="36" name="Image 5" descr=" ">
            <a:extLst>
              <a:ext uri="{FF2B5EF4-FFF2-40B4-BE49-F238E27FC236}">
                <a16:creationId xmlns:a16="http://schemas.microsoft.com/office/drawing/2014/main" id="{E88C6676-2BF6-514C-B3CC-C5AC8C3217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19797" y="2914700"/>
            <a:ext cx="457212" cy="457155"/>
          </a:xfrm>
          <a:prstGeom prst="rect">
            <a:avLst/>
          </a:prstGeom>
        </p:spPr>
      </p:pic>
      <p:sp>
        <p:nvSpPr>
          <p:cNvPr id="37" name="Text 1">
            <a:extLst>
              <a:ext uri="{FF2B5EF4-FFF2-40B4-BE49-F238E27FC236}">
                <a16:creationId xmlns:a16="http://schemas.microsoft.com/office/drawing/2014/main" id="{5E87F81B-3959-074B-9857-3046D350ED82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25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8" name="Image 1" descr=" ">
            <a:extLst>
              <a:ext uri="{FF2B5EF4-FFF2-40B4-BE49-F238E27FC236}">
                <a16:creationId xmlns:a16="http://schemas.microsoft.com/office/drawing/2014/main" id="{C7A36E1D-FCAF-C949-AF35-31845BC3081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486093" y="1352753"/>
            <a:ext cx="571515" cy="571444"/>
          </a:xfrm>
          <a:prstGeom prst="rect">
            <a:avLst/>
          </a:prstGeom>
        </p:spPr>
      </p:pic>
      <p:pic>
        <p:nvPicPr>
          <p:cNvPr id="39" name="Image 2" descr=" ">
            <a:extLst>
              <a:ext uri="{FF2B5EF4-FFF2-40B4-BE49-F238E27FC236}">
                <a16:creationId xmlns:a16="http://schemas.microsoft.com/office/drawing/2014/main" id="{26FF4AC7-F069-4E43-AA1C-FCCBF9C64F8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81635" y="1352753"/>
            <a:ext cx="571515" cy="571444"/>
          </a:xfrm>
          <a:prstGeom prst="rect">
            <a:avLst/>
          </a:prstGeom>
        </p:spPr>
      </p:pic>
      <p:pic>
        <p:nvPicPr>
          <p:cNvPr id="40" name="Image 3" descr=" ">
            <a:extLst>
              <a:ext uri="{FF2B5EF4-FFF2-40B4-BE49-F238E27FC236}">
                <a16:creationId xmlns:a16="http://schemas.microsoft.com/office/drawing/2014/main" id="{54E64052-0278-0745-A3F9-3B7A2124C89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72415" y="1352753"/>
            <a:ext cx="571515" cy="571444"/>
          </a:xfrm>
          <a:prstGeom prst="rect">
            <a:avLst/>
          </a:prstGeom>
        </p:spPr>
      </p:pic>
      <p:pic>
        <p:nvPicPr>
          <p:cNvPr id="41" name="Image 4" descr=" ">
            <a:extLst>
              <a:ext uri="{FF2B5EF4-FFF2-40B4-BE49-F238E27FC236}">
                <a16:creationId xmlns:a16="http://schemas.microsoft.com/office/drawing/2014/main" id="{CA4192A3-0207-8E46-8C01-41587FB6086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548922" y="1409897"/>
            <a:ext cx="400061" cy="457155"/>
          </a:xfrm>
          <a:prstGeom prst="rect">
            <a:avLst/>
          </a:prstGeom>
        </p:spPr>
      </p:pic>
      <p:sp>
        <p:nvSpPr>
          <p:cNvPr id="42" name="Text 9">
            <a:extLst>
              <a:ext uri="{FF2B5EF4-FFF2-40B4-BE49-F238E27FC236}">
                <a16:creationId xmlns:a16="http://schemas.microsoft.com/office/drawing/2014/main" id="{5D8097D5-0ABB-B44A-BDA0-2C49A1463046}"/>
              </a:ext>
            </a:extLst>
          </p:cNvPr>
          <p:cNvSpPr/>
          <p:nvPr/>
        </p:nvSpPr>
        <p:spPr>
          <a:xfrm>
            <a:off x="8425092" y="1962293"/>
            <a:ext cx="64771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Flow Log</a:t>
            </a:r>
            <a:endParaRPr lang="en-US" sz="1000" dirty="0">
              <a:solidFill>
                <a:srgbClr val="555555"/>
              </a:solidFill>
            </a:endParaRPr>
          </a:p>
        </p:txBody>
      </p:sp>
      <p:pic>
        <p:nvPicPr>
          <p:cNvPr id="43" name="Image 9" descr=" ">
            <a:extLst>
              <a:ext uri="{FF2B5EF4-FFF2-40B4-BE49-F238E27FC236}">
                <a16:creationId xmlns:a16="http://schemas.microsoft.com/office/drawing/2014/main" id="{531C250C-3253-5A4D-82A0-2667B07AB9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612" y="1047983"/>
            <a:ext cx="9526" cy="508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3087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직사각형 66">
            <a:extLst>
              <a:ext uri="{FF2B5EF4-FFF2-40B4-BE49-F238E27FC236}">
                <a16:creationId xmlns:a16="http://schemas.microsoft.com/office/drawing/2014/main" id="{C7B6D336-7A61-9042-87B6-81F70BF9FF71}"/>
              </a:ext>
            </a:extLst>
          </p:cNvPr>
          <p:cNvSpPr/>
          <p:nvPr/>
        </p:nvSpPr>
        <p:spPr>
          <a:xfrm>
            <a:off x="381011" y="1047410"/>
            <a:ext cx="11429978" cy="1485755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2471805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6" name="Text 2"/>
          <p:cNvSpPr/>
          <p:nvPr/>
        </p:nvSpPr>
        <p:spPr>
          <a:xfrm>
            <a:off x="2452754" y="2000389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Block Storage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46258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9" name="Text 4"/>
          <p:cNvSpPr/>
          <p:nvPr/>
        </p:nvSpPr>
        <p:spPr>
          <a:xfrm>
            <a:off x="4629276" y="2000390"/>
            <a:ext cx="276233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NAS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645336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2" name="Text 6"/>
          <p:cNvSpPr/>
          <p:nvPr/>
        </p:nvSpPr>
        <p:spPr>
          <a:xfrm>
            <a:off x="6434313" y="2000389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NAS (offline)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8444143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5" name="Text 8"/>
          <p:cNvSpPr/>
          <p:nvPr/>
        </p:nvSpPr>
        <p:spPr>
          <a:xfrm>
            <a:off x="8425092" y="2000390"/>
            <a:ext cx="64771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Backup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9"/>
          <p:cNvSpPr/>
          <p:nvPr/>
        </p:nvSpPr>
        <p:spPr>
          <a:xfrm>
            <a:off x="10434923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8" name="Text 10"/>
          <p:cNvSpPr/>
          <p:nvPr/>
        </p:nvSpPr>
        <p:spPr>
          <a:xfrm>
            <a:off x="10415872" y="2000389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Object Storage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2086032" y="2914700"/>
            <a:ext cx="1381163" cy="695257"/>
          </a:xfrm>
          <a:prstGeom prst="rect">
            <a:avLst/>
          </a:prstGeom>
          <a:noFill/>
          <a:ln/>
        </p:spPr>
      </p:sp>
      <p:sp>
        <p:nvSpPr>
          <p:cNvPr id="20" name="Shape 12"/>
          <p:cNvSpPr/>
          <p:nvPr/>
        </p:nvSpPr>
        <p:spPr>
          <a:xfrm>
            <a:off x="2471805" y="2914700"/>
            <a:ext cx="609617" cy="695257"/>
          </a:xfrm>
          <a:prstGeom prst="rect">
            <a:avLst/>
          </a:prstGeom>
          <a:noFill/>
          <a:ln/>
        </p:spPr>
      </p:sp>
      <p:sp>
        <p:nvSpPr>
          <p:cNvPr id="21" name="Shape 13"/>
          <p:cNvSpPr/>
          <p:nvPr/>
        </p:nvSpPr>
        <p:spPr>
          <a:xfrm>
            <a:off x="2471805" y="2914700"/>
            <a:ext cx="609617" cy="695257"/>
          </a:xfrm>
          <a:prstGeom prst="rect">
            <a:avLst/>
          </a:prstGeom>
          <a:noFill/>
          <a:ln/>
        </p:spPr>
      </p:sp>
      <p:sp>
        <p:nvSpPr>
          <p:cNvPr id="24" name="Shape 15"/>
          <p:cNvSpPr/>
          <p:nvPr/>
        </p:nvSpPr>
        <p:spPr>
          <a:xfrm>
            <a:off x="4076811" y="2914700"/>
            <a:ext cx="1381163" cy="695257"/>
          </a:xfrm>
          <a:prstGeom prst="rect">
            <a:avLst/>
          </a:prstGeom>
          <a:noFill/>
          <a:ln/>
        </p:spPr>
      </p:sp>
      <p:sp>
        <p:nvSpPr>
          <p:cNvPr id="25" name="Shape 16"/>
          <p:cNvSpPr/>
          <p:nvPr/>
        </p:nvSpPr>
        <p:spPr>
          <a:xfrm>
            <a:off x="4111599" y="2914700"/>
            <a:ext cx="609617" cy="695257"/>
          </a:xfrm>
          <a:prstGeom prst="rect">
            <a:avLst/>
          </a:prstGeom>
          <a:noFill/>
          <a:ln/>
        </p:spPr>
      </p:sp>
      <p:sp>
        <p:nvSpPr>
          <p:cNvPr id="26" name="Shape 17"/>
          <p:cNvSpPr/>
          <p:nvPr/>
        </p:nvSpPr>
        <p:spPr>
          <a:xfrm>
            <a:off x="4111599" y="2914700"/>
            <a:ext cx="609617" cy="695257"/>
          </a:xfrm>
          <a:prstGeom prst="rect">
            <a:avLst/>
          </a:prstGeom>
          <a:noFill/>
          <a:ln/>
        </p:spPr>
      </p:sp>
      <p:sp>
        <p:nvSpPr>
          <p:cNvPr id="28" name="Text 18"/>
          <p:cNvSpPr/>
          <p:nvPr/>
        </p:nvSpPr>
        <p:spPr>
          <a:xfrm>
            <a:off x="4046369" y="3448048"/>
            <a:ext cx="64771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File System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19"/>
          <p:cNvSpPr/>
          <p:nvPr/>
        </p:nvSpPr>
        <p:spPr>
          <a:xfrm>
            <a:off x="8058370" y="2914700"/>
            <a:ext cx="1381163" cy="1981007"/>
          </a:xfrm>
          <a:prstGeom prst="rect">
            <a:avLst/>
          </a:prstGeom>
          <a:noFill/>
          <a:ln/>
        </p:spPr>
      </p:sp>
      <p:sp>
        <p:nvSpPr>
          <p:cNvPr id="30" name="Shape 20"/>
          <p:cNvSpPr/>
          <p:nvPr/>
        </p:nvSpPr>
        <p:spPr>
          <a:xfrm>
            <a:off x="8063133" y="2914700"/>
            <a:ext cx="609617" cy="1981007"/>
          </a:xfrm>
          <a:prstGeom prst="rect">
            <a:avLst/>
          </a:prstGeom>
          <a:noFill/>
          <a:ln/>
        </p:spPr>
      </p:sp>
      <p:sp>
        <p:nvSpPr>
          <p:cNvPr id="31" name="Shape 21"/>
          <p:cNvSpPr/>
          <p:nvPr/>
        </p:nvSpPr>
        <p:spPr>
          <a:xfrm>
            <a:off x="8063133" y="2914700"/>
            <a:ext cx="609617" cy="857166"/>
          </a:xfrm>
          <a:prstGeom prst="rect">
            <a:avLst/>
          </a:prstGeom>
          <a:noFill/>
          <a:ln/>
        </p:spPr>
      </p:sp>
      <p:sp>
        <p:nvSpPr>
          <p:cNvPr id="33" name="Text 22"/>
          <p:cNvSpPr/>
          <p:nvPr/>
        </p:nvSpPr>
        <p:spPr>
          <a:xfrm>
            <a:off x="8044082" y="3448048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Backup Store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23"/>
          <p:cNvSpPr/>
          <p:nvPr/>
        </p:nvSpPr>
        <p:spPr>
          <a:xfrm>
            <a:off x="8063133" y="4038541"/>
            <a:ext cx="609617" cy="857166"/>
          </a:xfrm>
          <a:prstGeom prst="rect">
            <a:avLst/>
          </a:prstGeom>
          <a:noFill/>
          <a:ln/>
        </p:spPr>
      </p:sp>
      <p:sp>
        <p:nvSpPr>
          <p:cNvPr id="36" name="Text 24"/>
          <p:cNvSpPr/>
          <p:nvPr/>
        </p:nvSpPr>
        <p:spPr>
          <a:xfrm>
            <a:off x="8044082" y="4571888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Backup Recovery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25"/>
          <p:cNvSpPr/>
          <p:nvPr/>
        </p:nvSpPr>
        <p:spPr>
          <a:xfrm>
            <a:off x="8825154" y="2914700"/>
            <a:ext cx="609617" cy="1981007"/>
          </a:xfrm>
          <a:prstGeom prst="rect">
            <a:avLst/>
          </a:prstGeom>
          <a:noFill/>
          <a:ln/>
        </p:spPr>
      </p:sp>
      <p:sp>
        <p:nvSpPr>
          <p:cNvPr id="38" name="Shape 26"/>
          <p:cNvSpPr/>
          <p:nvPr/>
        </p:nvSpPr>
        <p:spPr>
          <a:xfrm>
            <a:off x="8825154" y="2914700"/>
            <a:ext cx="609617" cy="857166"/>
          </a:xfrm>
          <a:prstGeom prst="rect">
            <a:avLst/>
          </a:prstGeom>
          <a:noFill/>
          <a:ln/>
        </p:spPr>
      </p:sp>
      <p:sp>
        <p:nvSpPr>
          <p:cNvPr id="40" name="Text 27"/>
          <p:cNvSpPr/>
          <p:nvPr/>
        </p:nvSpPr>
        <p:spPr>
          <a:xfrm>
            <a:off x="8806103" y="3448048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Backup Replication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hape 28"/>
          <p:cNvSpPr/>
          <p:nvPr/>
        </p:nvSpPr>
        <p:spPr>
          <a:xfrm>
            <a:off x="8825154" y="4038541"/>
            <a:ext cx="609617" cy="857166"/>
          </a:xfrm>
          <a:prstGeom prst="rect">
            <a:avLst/>
          </a:prstGeom>
          <a:noFill/>
          <a:ln/>
        </p:spPr>
      </p:sp>
      <p:sp>
        <p:nvSpPr>
          <p:cNvPr id="43" name="Text 29"/>
          <p:cNvSpPr/>
          <p:nvPr/>
        </p:nvSpPr>
        <p:spPr>
          <a:xfrm>
            <a:off x="8806103" y="4571888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Backup Policy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Shape 31"/>
          <p:cNvSpPr/>
          <p:nvPr/>
        </p:nvSpPr>
        <p:spPr>
          <a:xfrm>
            <a:off x="10053912" y="2914700"/>
            <a:ext cx="609617" cy="1819097"/>
          </a:xfrm>
          <a:prstGeom prst="rect">
            <a:avLst/>
          </a:prstGeom>
          <a:noFill/>
          <a:ln/>
        </p:spPr>
      </p:sp>
      <p:sp>
        <p:nvSpPr>
          <p:cNvPr id="46" name="Shape 32"/>
          <p:cNvSpPr/>
          <p:nvPr/>
        </p:nvSpPr>
        <p:spPr>
          <a:xfrm>
            <a:off x="10053912" y="2914700"/>
            <a:ext cx="609617" cy="857166"/>
          </a:xfrm>
          <a:prstGeom prst="rect">
            <a:avLst/>
          </a:prstGeom>
          <a:noFill/>
          <a:ln/>
        </p:spPr>
      </p:sp>
      <p:sp>
        <p:nvSpPr>
          <p:cNvPr id="48" name="Text 33"/>
          <p:cNvSpPr/>
          <p:nvPr/>
        </p:nvSpPr>
        <p:spPr>
          <a:xfrm>
            <a:off x="9938843" y="3448048"/>
            <a:ext cx="833460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Object Storage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Container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Shape 34"/>
          <p:cNvSpPr/>
          <p:nvPr/>
        </p:nvSpPr>
        <p:spPr>
          <a:xfrm>
            <a:off x="10053912" y="4038541"/>
            <a:ext cx="609617" cy="695257"/>
          </a:xfrm>
          <a:prstGeom prst="rect">
            <a:avLst/>
          </a:prstGeom>
          <a:noFill/>
          <a:ln/>
        </p:spPr>
      </p:sp>
      <p:sp>
        <p:nvSpPr>
          <p:cNvPr id="51" name="Text 35"/>
          <p:cNvSpPr/>
          <p:nvPr/>
        </p:nvSpPr>
        <p:spPr>
          <a:xfrm>
            <a:off x="10034861" y="4571889"/>
            <a:ext cx="64771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Object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Shape 36"/>
          <p:cNvSpPr/>
          <p:nvPr/>
        </p:nvSpPr>
        <p:spPr>
          <a:xfrm>
            <a:off x="10815933" y="2914700"/>
            <a:ext cx="609617" cy="857166"/>
          </a:xfrm>
          <a:prstGeom prst="rect">
            <a:avLst/>
          </a:prstGeom>
          <a:noFill/>
          <a:ln/>
        </p:spPr>
      </p:sp>
      <p:sp>
        <p:nvSpPr>
          <p:cNvPr id="53" name="Shape 37"/>
          <p:cNvSpPr/>
          <p:nvPr/>
        </p:nvSpPr>
        <p:spPr>
          <a:xfrm>
            <a:off x="10815933" y="2914700"/>
            <a:ext cx="609617" cy="857166"/>
          </a:xfrm>
          <a:prstGeom prst="rect">
            <a:avLst/>
          </a:prstGeom>
          <a:noFill/>
          <a:ln/>
        </p:spPr>
      </p:sp>
      <p:sp>
        <p:nvSpPr>
          <p:cNvPr id="55" name="Text 38"/>
          <p:cNvSpPr/>
          <p:nvPr/>
        </p:nvSpPr>
        <p:spPr>
          <a:xfrm>
            <a:off x="10839217" y="3448048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Container Replication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Shape 40"/>
          <p:cNvSpPr/>
          <p:nvPr/>
        </p:nvSpPr>
        <p:spPr>
          <a:xfrm>
            <a:off x="3772003" y="1047983"/>
            <a:ext cx="6000915" cy="5085853"/>
          </a:xfrm>
          <a:prstGeom prst="rect">
            <a:avLst/>
          </a:prstGeom>
          <a:noFill/>
          <a:ln/>
        </p:spPr>
      </p:sp>
      <p:pic>
        <p:nvPicPr>
          <p:cNvPr id="58" name="Image 15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2003" y="1047983"/>
            <a:ext cx="9526" cy="5085853"/>
          </a:xfrm>
          <a:prstGeom prst="rect">
            <a:avLst/>
          </a:prstGeom>
        </p:spPr>
      </p:pic>
      <p:pic>
        <p:nvPicPr>
          <p:cNvPr id="59" name="Image 16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307" y="1047983"/>
            <a:ext cx="9526" cy="5085853"/>
          </a:xfrm>
          <a:prstGeom prst="rect">
            <a:avLst/>
          </a:prstGeom>
        </p:spPr>
      </p:pic>
      <p:pic>
        <p:nvPicPr>
          <p:cNvPr id="60" name="Image 17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612" y="1047983"/>
            <a:ext cx="9526" cy="5085853"/>
          </a:xfrm>
          <a:prstGeom prst="rect">
            <a:avLst/>
          </a:prstGeom>
        </p:spPr>
      </p:pic>
      <p:pic>
        <p:nvPicPr>
          <p:cNvPr id="61" name="Image 18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72917" y="1047983"/>
            <a:ext cx="9526" cy="5085853"/>
          </a:xfrm>
          <a:prstGeom prst="rect">
            <a:avLst/>
          </a:prstGeom>
        </p:spPr>
      </p:pic>
      <p:sp>
        <p:nvSpPr>
          <p:cNvPr id="65" name="Text 0">
            <a:extLst>
              <a:ext uri="{FF2B5EF4-FFF2-40B4-BE49-F238E27FC236}">
                <a16:creationId xmlns:a16="http://schemas.microsoft.com/office/drawing/2014/main" id="{4B8C738E-AF5D-1241-9C0D-29A3CF961953}"/>
              </a:ext>
            </a:extLst>
          </p:cNvPr>
          <p:cNvSpPr/>
          <p:nvPr/>
        </p:nvSpPr>
        <p:spPr>
          <a:xfrm>
            <a:off x="609617" y="2892478"/>
            <a:ext cx="1062892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Resource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 11">
            <a:extLst>
              <a:ext uri="{FF2B5EF4-FFF2-40B4-BE49-F238E27FC236}">
                <a16:creationId xmlns:a16="http://schemas.microsoft.com/office/drawing/2014/main" id="{B1F81160-C2F3-C44B-88DC-3619CD7FF27A}"/>
              </a:ext>
            </a:extLst>
          </p:cNvPr>
          <p:cNvSpPr/>
          <p:nvPr/>
        </p:nvSpPr>
        <p:spPr>
          <a:xfrm>
            <a:off x="609617" y="1406723"/>
            <a:ext cx="922850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Service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 3">
            <a:extLst>
              <a:ext uri="{FF2B5EF4-FFF2-40B4-BE49-F238E27FC236}">
                <a16:creationId xmlns:a16="http://schemas.microsoft.com/office/drawing/2014/main" id="{1E02F585-7440-6944-AE7D-7817E091E1AF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69" name="Text 4">
            <a:extLst>
              <a:ext uri="{FF2B5EF4-FFF2-40B4-BE49-F238E27FC236}">
                <a16:creationId xmlns:a16="http://schemas.microsoft.com/office/drawing/2014/main" id="{1043BE60-0F78-804E-BC6E-4FC1D38836C3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Storage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Text 121">
            <a:extLst>
              <a:ext uri="{FF2B5EF4-FFF2-40B4-BE49-F238E27FC236}">
                <a16:creationId xmlns:a16="http://schemas.microsoft.com/office/drawing/2014/main" id="{BC97EC17-6F55-8D46-A227-E5ADBC858519}"/>
              </a:ext>
            </a:extLst>
          </p:cNvPr>
          <p:cNvSpPr/>
          <p:nvPr/>
        </p:nvSpPr>
        <p:spPr>
          <a:xfrm>
            <a:off x="11603566" y="501935"/>
            <a:ext cx="207758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ts val="1650"/>
              </a:lnSpc>
            </a:pPr>
            <a:r>
              <a:rPr lang="en-US" sz="1100" b="1" kern="0" spc="-10" dirty="0">
                <a:solidFill>
                  <a:srgbClr val="555555">
                    <a:alpha val="100000"/>
                  </a:srgbClr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1/2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2" name="Image 7">
            <a:extLst>
              <a:ext uri="{FF2B5EF4-FFF2-40B4-BE49-F238E27FC236}">
                <a16:creationId xmlns:a16="http://schemas.microsoft.com/office/drawing/2014/main" id="{DFBEBDD4-E61A-C04B-9069-53BA7887FD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1649" y="2914700"/>
            <a:ext cx="457155" cy="457155"/>
          </a:xfrm>
          <a:prstGeom prst="rect">
            <a:avLst/>
          </a:prstGeom>
        </p:spPr>
      </p:pic>
      <p:pic>
        <p:nvPicPr>
          <p:cNvPr id="73" name="Image 8">
            <a:extLst>
              <a:ext uri="{FF2B5EF4-FFF2-40B4-BE49-F238E27FC236}">
                <a16:creationId xmlns:a16="http://schemas.microsoft.com/office/drawing/2014/main" id="{AEA002B6-FE8E-924A-87B7-02BD147EEE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9363" y="2914700"/>
            <a:ext cx="457155" cy="457155"/>
          </a:xfrm>
          <a:prstGeom prst="rect">
            <a:avLst/>
          </a:prstGeom>
        </p:spPr>
      </p:pic>
      <p:pic>
        <p:nvPicPr>
          <p:cNvPr id="74" name="Image 9" descr=" ">
            <a:extLst>
              <a:ext uri="{FF2B5EF4-FFF2-40B4-BE49-F238E27FC236}">
                <a16:creationId xmlns:a16="http://schemas.microsoft.com/office/drawing/2014/main" id="{41BCC207-69CC-1748-A307-2879DF4481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39335" y="4038541"/>
            <a:ext cx="457212" cy="457155"/>
          </a:xfrm>
          <a:prstGeom prst="rect">
            <a:avLst/>
          </a:prstGeom>
        </p:spPr>
      </p:pic>
      <p:pic>
        <p:nvPicPr>
          <p:cNvPr id="75" name="Image 10">
            <a:extLst>
              <a:ext uri="{FF2B5EF4-FFF2-40B4-BE49-F238E27FC236}">
                <a16:creationId xmlns:a16="http://schemas.microsoft.com/office/drawing/2014/main" id="{DD9E1E2F-2535-2B4B-9B49-18E462C1F0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1384" y="2914700"/>
            <a:ext cx="457155" cy="457155"/>
          </a:xfrm>
          <a:prstGeom prst="rect">
            <a:avLst/>
          </a:prstGeom>
        </p:spPr>
      </p:pic>
      <p:pic>
        <p:nvPicPr>
          <p:cNvPr id="76" name="Image 11">
            <a:extLst>
              <a:ext uri="{FF2B5EF4-FFF2-40B4-BE49-F238E27FC236}">
                <a16:creationId xmlns:a16="http://schemas.microsoft.com/office/drawing/2014/main" id="{12BB62EA-9EA5-2249-9FC6-7B7BAF4B7F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01384" y="4038541"/>
            <a:ext cx="457155" cy="457155"/>
          </a:xfrm>
          <a:prstGeom prst="rect">
            <a:avLst/>
          </a:prstGeom>
        </p:spPr>
      </p:pic>
      <p:pic>
        <p:nvPicPr>
          <p:cNvPr id="77" name="Image 12">
            <a:extLst>
              <a:ext uri="{FF2B5EF4-FFF2-40B4-BE49-F238E27FC236}">
                <a16:creationId xmlns:a16="http://schemas.microsoft.com/office/drawing/2014/main" id="{E8E10BCC-277F-4B4C-BD95-E8C1FA660B4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30142" y="2914700"/>
            <a:ext cx="457155" cy="457155"/>
          </a:xfrm>
          <a:prstGeom prst="rect">
            <a:avLst/>
          </a:prstGeom>
        </p:spPr>
      </p:pic>
      <p:pic>
        <p:nvPicPr>
          <p:cNvPr id="78" name="Image 13" descr=" ">
            <a:extLst>
              <a:ext uri="{FF2B5EF4-FFF2-40B4-BE49-F238E27FC236}">
                <a16:creationId xmlns:a16="http://schemas.microsoft.com/office/drawing/2014/main" id="{3F23A731-4DCC-6944-A4D7-3A9AD68CC47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30114" y="4038541"/>
            <a:ext cx="457212" cy="457155"/>
          </a:xfrm>
          <a:prstGeom prst="rect">
            <a:avLst/>
          </a:prstGeom>
        </p:spPr>
      </p:pic>
      <p:pic>
        <p:nvPicPr>
          <p:cNvPr id="79" name="Image 14">
            <a:extLst>
              <a:ext uri="{FF2B5EF4-FFF2-40B4-BE49-F238E27FC236}">
                <a16:creationId xmlns:a16="http://schemas.microsoft.com/office/drawing/2014/main" id="{B1CA3390-8CF3-8D40-91BD-C6DE3B8142B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892163" y="2914700"/>
            <a:ext cx="457155" cy="457155"/>
          </a:xfrm>
          <a:prstGeom prst="rect">
            <a:avLst/>
          </a:prstGeom>
        </p:spPr>
      </p:pic>
      <p:sp>
        <p:nvSpPr>
          <p:cNvPr id="80" name="Text 1">
            <a:extLst>
              <a:ext uri="{FF2B5EF4-FFF2-40B4-BE49-F238E27FC236}">
                <a16:creationId xmlns:a16="http://schemas.microsoft.com/office/drawing/2014/main" id="{EB71745C-E8E3-DA48-ABB1-BDF3A50EC851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26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1" name="Image 1" descr=" ">
            <a:extLst>
              <a:ext uri="{FF2B5EF4-FFF2-40B4-BE49-F238E27FC236}">
                <a16:creationId xmlns:a16="http://schemas.microsoft.com/office/drawing/2014/main" id="{1B1A87DC-5DA4-4E47-9DFC-652953E552C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90856" y="1352753"/>
            <a:ext cx="571515" cy="571444"/>
          </a:xfrm>
          <a:prstGeom prst="rect">
            <a:avLst/>
          </a:prstGeom>
        </p:spPr>
      </p:pic>
      <p:pic>
        <p:nvPicPr>
          <p:cNvPr id="82" name="Image 2" descr=" ">
            <a:extLst>
              <a:ext uri="{FF2B5EF4-FFF2-40B4-BE49-F238E27FC236}">
                <a16:creationId xmlns:a16="http://schemas.microsoft.com/office/drawing/2014/main" id="{97D69F92-2748-CF44-B977-92866764B0A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481635" y="1352753"/>
            <a:ext cx="571515" cy="571444"/>
          </a:xfrm>
          <a:prstGeom prst="rect">
            <a:avLst/>
          </a:prstGeom>
        </p:spPr>
      </p:pic>
      <p:pic>
        <p:nvPicPr>
          <p:cNvPr id="83" name="Image 3" descr=" ">
            <a:extLst>
              <a:ext uri="{FF2B5EF4-FFF2-40B4-BE49-F238E27FC236}">
                <a16:creationId xmlns:a16="http://schemas.microsoft.com/office/drawing/2014/main" id="{2EFC5532-F8C8-8D49-BE21-8866C26B26A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472415" y="1352753"/>
            <a:ext cx="571515" cy="571444"/>
          </a:xfrm>
          <a:prstGeom prst="rect">
            <a:avLst/>
          </a:prstGeom>
        </p:spPr>
      </p:pic>
      <p:pic>
        <p:nvPicPr>
          <p:cNvPr id="84" name="Image 4" descr=" ">
            <a:extLst>
              <a:ext uri="{FF2B5EF4-FFF2-40B4-BE49-F238E27FC236}">
                <a16:creationId xmlns:a16="http://schemas.microsoft.com/office/drawing/2014/main" id="{17C2EAAF-0C1D-8B46-8794-EEBCBD1601D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463194" y="1352753"/>
            <a:ext cx="571515" cy="571444"/>
          </a:xfrm>
          <a:prstGeom prst="rect">
            <a:avLst/>
          </a:prstGeom>
        </p:spPr>
      </p:pic>
      <p:pic>
        <p:nvPicPr>
          <p:cNvPr id="85" name="Image 5" descr=" ">
            <a:extLst>
              <a:ext uri="{FF2B5EF4-FFF2-40B4-BE49-F238E27FC236}">
                <a16:creationId xmlns:a16="http://schemas.microsoft.com/office/drawing/2014/main" id="{9A257672-322D-9F42-AD0F-36D12891688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453974" y="1352753"/>
            <a:ext cx="571515" cy="571444"/>
          </a:xfrm>
          <a:prstGeom prst="rect">
            <a:avLst/>
          </a:prstGeom>
        </p:spPr>
      </p:pic>
      <p:sp>
        <p:nvSpPr>
          <p:cNvPr id="86" name="Text 12">
            <a:extLst>
              <a:ext uri="{FF2B5EF4-FFF2-40B4-BE49-F238E27FC236}">
                <a16:creationId xmlns:a16="http://schemas.microsoft.com/office/drawing/2014/main" id="{C81ABB79-8372-4D9D-A188-8E2CCAA2907F}"/>
              </a:ext>
            </a:extLst>
          </p:cNvPr>
          <p:cNvSpPr/>
          <p:nvPr/>
        </p:nvSpPr>
        <p:spPr>
          <a:xfrm>
            <a:off x="2071744" y="3448048"/>
            <a:ext cx="64771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Volume</a:t>
            </a:r>
          </a:p>
        </p:txBody>
      </p:sp>
      <p:pic>
        <p:nvPicPr>
          <p:cNvPr id="88" name="Image 5">
            <a:extLst>
              <a:ext uri="{FF2B5EF4-FFF2-40B4-BE49-F238E27FC236}">
                <a16:creationId xmlns:a16="http://schemas.microsoft.com/office/drawing/2014/main" id="{F083D788-8BED-4661-B297-764BE7A3EC8D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167025" y="2914700"/>
            <a:ext cx="457155" cy="45715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F4767706-DFCB-4A60-9AE0-EDD6181A17E9}"/>
              </a:ext>
            </a:extLst>
          </p:cNvPr>
          <p:cNvGrpSpPr/>
          <p:nvPr/>
        </p:nvGrpSpPr>
        <p:grpSpPr>
          <a:xfrm>
            <a:off x="2833764" y="2914700"/>
            <a:ext cx="647718" cy="895263"/>
            <a:chOff x="2833764" y="2914700"/>
            <a:chExt cx="647718" cy="895263"/>
          </a:xfrm>
        </p:grpSpPr>
        <p:sp>
          <p:nvSpPr>
            <p:cNvPr id="87" name="Text 18">
              <a:extLst>
                <a:ext uri="{FF2B5EF4-FFF2-40B4-BE49-F238E27FC236}">
                  <a16:creationId xmlns:a16="http://schemas.microsoft.com/office/drawing/2014/main" id="{DE963BA8-AC4F-460C-B299-B4E8443661EE}"/>
                </a:ext>
              </a:extLst>
            </p:cNvPr>
            <p:cNvSpPr/>
            <p:nvPr/>
          </p:nvSpPr>
          <p:spPr>
            <a:xfrm>
              <a:off x="2833764" y="3448048"/>
              <a:ext cx="647718" cy="3619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1275"/>
                </a:lnSpc>
              </a:pPr>
              <a:r>
                <a:rPr lang="en-US" sz="1000" kern="0" spc="-9" dirty="0">
                  <a:solidFill>
                    <a:srgbClr val="555555"/>
                  </a:solidFill>
                  <a:latin typeface="Arial" panose="020B0604020202020204" pitchFamily="34" charset="0"/>
                  <a:ea typeface="Arial Regular" pitchFamily="34" charset="-122"/>
                  <a:cs typeface="Arial" panose="020B0604020202020204" pitchFamily="34" charset="0"/>
                </a:rPr>
                <a:t>Snapshot</a:t>
              </a:r>
              <a:endParaRPr lang="en-US" sz="100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9" name="Image 7">
              <a:extLst>
                <a:ext uri="{FF2B5EF4-FFF2-40B4-BE49-F238E27FC236}">
                  <a16:creationId xmlns:a16="http://schemas.microsoft.com/office/drawing/2014/main" id="{2E8D9019-7C8C-46B8-86CD-E0B618C651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2929045" y="2914700"/>
              <a:ext cx="457155" cy="457155"/>
            </a:xfrm>
            <a:prstGeom prst="rect">
              <a:avLst/>
            </a:prstGeom>
          </p:spPr>
        </p:pic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5A7A9EE-C6D6-42B8-8DF2-B74CD7CF3B1B}"/>
              </a:ext>
            </a:extLst>
          </p:cNvPr>
          <p:cNvGrpSpPr/>
          <p:nvPr/>
        </p:nvGrpSpPr>
        <p:grpSpPr>
          <a:xfrm>
            <a:off x="4886938" y="2928985"/>
            <a:ext cx="647718" cy="895263"/>
            <a:chOff x="2833764" y="2914700"/>
            <a:chExt cx="647718" cy="895263"/>
          </a:xfrm>
        </p:grpSpPr>
        <p:sp>
          <p:nvSpPr>
            <p:cNvPr id="90" name="Text 18">
              <a:extLst>
                <a:ext uri="{FF2B5EF4-FFF2-40B4-BE49-F238E27FC236}">
                  <a16:creationId xmlns:a16="http://schemas.microsoft.com/office/drawing/2014/main" id="{73E7454C-317E-4C0B-BAC9-31329D22173C}"/>
                </a:ext>
              </a:extLst>
            </p:cNvPr>
            <p:cNvSpPr/>
            <p:nvPr/>
          </p:nvSpPr>
          <p:spPr>
            <a:xfrm>
              <a:off x="2833764" y="3448048"/>
              <a:ext cx="647718" cy="3619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1275"/>
                </a:lnSpc>
              </a:pPr>
              <a:r>
                <a:rPr lang="en-US" sz="1000" kern="0" spc="-9" dirty="0">
                  <a:solidFill>
                    <a:srgbClr val="555555"/>
                  </a:solidFill>
                  <a:latin typeface="Arial" panose="020B0604020202020204" pitchFamily="34" charset="0"/>
                  <a:ea typeface="Arial Regular" pitchFamily="34" charset="-122"/>
                  <a:cs typeface="Arial" panose="020B0604020202020204" pitchFamily="34" charset="0"/>
                </a:rPr>
                <a:t>Snapshot</a:t>
              </a:r>
              <a:endParaRPr lang="en-US" sz="100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1" name="Image 7">
              <a:extLst>
                <a:ext uri="{FF2B5EF4-FFF2-40B4-BE49-F238E27FC236}">
                  <a16:creationId xmlns:a16="http://schemas.microsoft.com/office/drawing/2014/main" id="{886E0EC9-4EFC-4B0D-AF78-62B65271FF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2929045" y="2914700"/>
              <a:ext cx="457155" cy="4571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879244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F9AE653E-76BA-1D40-A8CE-1684058715A7}"/>
              </a:ext>
            </a:extLst>
          </p:cNvPr>
          <p:cNvSpPr/>
          <p:nvPr/>
        </p:nvSpPr>
        <p:spPr>
          <a:xfrm>
            <a:off x="381011" y="1047410"/>
            <a:ext cx="11429978" cy="1485755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2471805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6" name="Text 2"/>
          <p:cNvSpPr/>
          <p:nvPr/>
        </p:nvSpPr>
        <p:spPr>
          <a:xfrm>
            <a:off x="2452754" y="2000389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Data Transporter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2086032" y="2914700"/>
            <a:ext cx="1381163" cy="857166"/>
          </a:xfrm>
          <a:prstGeom prst="rect">
            <a:avLst/>
          </a:prstGeom>
          <a:noFill/>
          <a:ln/>
        </p:spPr>
      </p:sp>
      <p:sp>
        <p:nvSpPr>
          <p:cNvPr id="8" name="Shape 4"/>
          <p:cNvSpPr/>
          <p:nvPr/>
        </p:nvSpPr>
        <p:spPr>
          <a:xfrm>
            <a:off x="2471805" y="2914700"/>
            <a:ext cx="609617" cy="857166"/>
          </a:xfrm>
          <a:prstGeom prst="rect">
            <a:avLst/>
          </a:prstGeom>
          <a:noFill/>
          <a:ln/>
        </p:spPr>
      </p:sp>
      <p:sp>
        <p:nvSpPr>
          <p:cNvPr id="9" name="Shape 5"/>
          <p:cNvSpPr/>
          <p:nvPr/>
        </p:nvSpPr>
        <p:spPr>
          <a:xfrm>
            <a:off x="2471805" y="2914700"/>
            <a:ext cx="609617" cy="857166"/>
          </a:xfrm>
          <a:prstGeom prst="rect">
            <a:avLst/>
          </a:prstGeom>
          <a:noFill/>
          <a:ln/>
        </p:spPr>
      </p:sp>
      <p:sp>
        <p:nvSpPr>
          <p:cNvPr id="11" name="Text 6"/>
          <p:cNvSpPr/>
          <p:nvPr/>
        </p:nvSpPr>
        <p:spPr>
          <a:xfrm>
            <a:off x="2299822" y="3448048"/>
            <a:ext cx="951375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Data Transporter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import-export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55A562AB-2F26-E94E-AF90-940A1DA9B5D6}"/>
              </a:ext>
            </a:extLst>
          </p:cNvPr>
          <p:cNvSpPr/>
          <p:nvPr/>
        </p:nvSpPr>
        <p:spPr>
          <a:xfrm>
            <a:off x="609617" y="2892478"/>
            <a:ext cx="1062892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Resource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ECF22EC0-5B73-AD44-BEB3-D9A279636F09}"/>
              </a:ext>
            </a:extLst>
          </p:cNvPr>
          <p:cNvSpPr/>
          <p:nvPr/>
        </p:nvSpPr>
        <p:spPr>
          <a:xfrm>
            <a:off x="609617" y="1406723"/>
            <a:ext cx="922850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Service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D678194E-240F-4B48-A52C-DD507396D0C2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5CC444A0-4672-4C4F-ABD1-EF01FC24422B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altLang="ko-KR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Storage</a:t>
            </a:r>
            <a:endParaRPr lang="en-US" altLang="ko-K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121">
            <a:extLst>
              <a:ext uri="{FF2B5EF4-FFF2-40B4-BE49-F238E27FC236}">
                <a16:creationId xmlns:a16="http://schemas.microsoft.com/office/drawing/2014/main" id="{34F9AE70-C164-F346-AFB9-7E917BAD3372}"/>
              </a:ext>
            </a:extLst>
          </p:cNvPr>
          <p:cNvSpPr/>
          <p:nvPr/>
        </p:nvSpPr>
        <p:spPr>
          <a:xfrm>
            <a:off x="11603566" y="501935"/>
            <a:ext cx="207758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ts val="1650"/>
              </a:lnSpc>
            </a:pPr>
            <a:r>
              <a:rPr lang="en-US" sz="1100" b="1" kern="0" spc="-10" dirty="0">
                <a:solidFill>
                  <a:srgbClr val="555555">
                    <a:alpha val="100000"/>
                  </a:srgbClr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2/2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Image 2" descr=" ">
            <a:extLst>
              <a:ext uri="{FF2B5EF4-FFF2-40B4-BE49-F238E27FC236}">
                <a16:creationId xmlns:a16="http://schemas.microsoft.com/office/drawing/2014/main" id="{262979C9-DA13-E247-85E2-175FED8E30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48007" y="2914700"/>
            <a:ext cx="457212" cy="457155"/>
          </a:xfrm>
          <a:prstGeom prst="rect">
            <a:avLst/>
          </a:prstGeom>
        </p:spPr>
      </p:pic>
      <p:sp>
        <p:nvSpPr>
          <p:cNvPr id="25" name="Text 1">
            <a:extLst>
              <a:ext uri="{FF2B5EF4-FFF2-40B4-BE49-F238E27FC236}">
                <a16:creationId xmlns:a16="http://schemas.microsoft.com/office/drawing/2014/main" id="{17FF4689-16AA-F840-B6D1-06DBB0880FB8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27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Image 1" descr=" ">
            <a:extLst>
              <a:ext uri="{FF2B5EF4-FFF2-40B4-BE49-F238E27FC236}">
                <a16:creationId xmlns:a16="http://schemas.microsoft.com/office/drawing/2014/main" id="{9875339A-18F1-1140-B780-CE8D6B5794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90856" y="1352753"/>
            <a:ext cx="571515" cy="571444"/>
          </a:xfrm>
          <a:prstGeom prst="rect">
            <a:avLst/>
          </a:prstGeom>
        </p:spPr>
      </p:pic>
      <p:sp>
        <p:nvSpPr>
          <p:cNvPr id="17" name="Text 4">
            <a:extLst>
              <a:ext uri="{FF2B5EF4-FFF2-40B4-BE49-F238E27FC236}">
                <a16:creationId xmlns:a16="http://schemas.microsoft.com/office/drawing/2014/main" id="{DC5CA25E-8FA2-4E2A-A84F-0D28D0FE9550}"/>
              </a:ext>
            </a:extLst>
          </p:cNvPr>
          <p:cNvSpPr/>
          <p:nvPr/>
        </p:nvSpPr>
        <p:spPr>
          <a:xfrm>
            <a:off x="4481670" y="2000389"/>
            <a:ext cx="647718" cy="136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Storage</a:t>
            </a:r>
            <a:br>
              <a:rPr lang="en-US" sz="100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00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Gateway</a:t>
            </a:r>
          </a:p>
        </p:txBody>
      </p:sp>
      <p:pic>
        <p:nvPicPr>
          <p:cNvPr id="29" name="Image 2">
            <a:extLst>
              <a:ext uri="{FF2B5EF4-FFF2-40B4-BE49-F238E27FC236}">
                <a16:creationId xmlns:a16="http://schemas.microsoft.com/office/drawing/2014/main" id="{24BB5F84-70EB-45F3-8CA8-84373C4411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1670" y="1352753"/>
            <a:ext cx="571444" cy="57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2087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>
            <a:extLst>
              <a:ext uri="{FF2B5EF4-FFF2-40B4-BE49-F238E27FC236}">
                <a16:creationId xmlns:a16="http://schemas.microsoft.com/office/drawing/2014/main" id="{389BD757-6C09-104C-A615-1B2056CCD0FA}"/>
              </a:ext>
            </a:extLst>
          </p:cNvPr>
          <p:cNvSpPr/>
          <p:nvPr/>
        </p:nvSpPr>
        <p:spPr>
          <a:xfrm>
            <a:off x="381011" y="1047410"/>
            <a:ext cx="11429978" cy="1485755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2471805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6" name="Text 2"/>
          <p:cNvSpPr/>
          <p:nvPr/>
        </p:nvSpPr>
        <p:spPr>
          <a:xfrm>
            <a:off x="2452754" y="2000389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RDS for MySQL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46258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9" name="Text 4"/>
          <p:cNvSpPr/>
          <p:nvPr/>
        </p:nvSpPr>
        <p:spPr>
          <a:xfrm>
            <a:off x="4438771" y="2000389"/>
            <a:ext cx="681055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RDS for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PostgreSQL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645336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2" name="Text 6"/>
          <p:cNvSpPr/>
          <p:nvPr/>
        </p:nvSpPr>
        <p:spPr>
          <a:xfrm>
            <a:off x="6434313" y="2000389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RDS for MariaDB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8444143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5" name="Text 8"/>
          <p:cNvSpPr/>
          <p:nvPr/>
        </p:nvSpPr>
        <p:spPr>
          <a:xfrm>
            <a:off x="8425092" y="2000389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RDS for MS-SQL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9"/>
          <p:cNvSpPr/>
          <p:nvPr/>
        </p:nvSpPr>
        <p:spPr>
          <a:xfrm>
            <a:off x="10434923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8" name="Text 10"/>
          <p:cNvSpPr/>
          <p:nvPr/>
        </p:nvSpPr>
        <p:spPr>
          <a:xfrm>
            <a:off x="10415872" y="2000390"/>
            <a:ext cx="64771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EasyCache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10049150" y="2914700"/>
            <a:ext cx="1381163" cy="857166"/>
          </a:xfrm>
          <a:prstGeom prst="rect">
            <a:avLst/>
          </a:prstGeom>
          <a:noFill/>
          <a:ln/>
        </p:spPr>
      </p:sp>
      <p:sp>
        <p:nvSpPr>
          <p:cNvPr id="20" name="Shape 12"/>
          <p:cNvSpPr/>
          <p:nvPr/>
        </p:nvSpPr>
        <p:spPr>
          <a:xfrm>
            <a:off x="10434923" y="2914700"/>
            <a:ext cx="609617" cy="857166"/>
          </a:xfrm>
          <a:prstGeom prst="rect">
            <a:avLst/>
          </a:prstGeom>
          <a:noFill/>
          <a:ln/>
        </p:spPr>
      </p:sp>
      <p:sp>
        <p:nvSpPr>
          <p:cNvPr id="21" name="Shape 13"/>
          <p:cNvSpPr/>
          <p:nvPr/>
        </p:nvSpPr>
        <p:spPr>
          <a:xfrm>
            <a:off x="10434923" y="2914700"/>
            <a:ext cx="609617" cy="695257"/>
          </a:xfrm>
          <a:prstGeom prst="rect">
            <a:avLst/>
          </a:prstGeom>
          <a:noFill/>
          <a:ln/>
        </p:spPr>
      </p:sp>
      <p:sp>
        <p:nvSpPr>
          <p:cNvPr id="23" name="Text 14"/>
          <p:cNvSpPr/>
          <p:nvPr/>
        </p:nvSpPr>
        <p:spPr>
          <a:xfrm>
            <a:off x="10415872" y="3448048"/>
            <a:ext cx="64771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Cache node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16"/>
          <p:cNvSpPr/>
          <p:nvPr/>
        </p:nvSpPr>
        <p:spPr>
          <a:xfrm>
            <a:off x="3772003" y="1047983"/>
            <a:ext cx="6000915" cy="5085853"/>
          </a:xfrm>
          <a:prstGeom prst="rect">
            <a:avLst/>
          </a:prstGeom>
          <a:noFill/>
          <a:ln/>
        </p:spPr>
      </p:sp>
      <p:pic>
        <p:nvPicPr>
          <p:cNvPr id="29" name="Image 1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72917" y="1047983"/>
            <a:ext cx="9526" cy="5085853"/>
          </a:xfrm>
          <a:prstGeom prst="rect">
            <a:avLst/>
          </a:prstGeom>
        </p:spPr>
      </p:pic>
      <p:sp>
        <p:nvSpPr>
          <p:cNvPr id="30" name="Shape 17"/>
          <p:cNvSpPr/>
          <p:nvPr/>
        </p:nvSpPr>
        <p:spPr>
          <a:xfrm>
            <a:off x="5086489" y="2914700"/>
            <a:ext cx="1381163" cy="857166"/>
          </a:xfrm>
          <a:prstGeom prst="rect">
            <a:avLst/>
          </a:prstGeom>
          <a:noFill/>
          <a:ln/>
        </p:spPr>
      </p:sp>
      <p:sp>
        <p:nvSpPr>
          <p:cNvPr id="31" name="Shape 18"/>
          <p:cNvSpPr/>
          <p:nvPr/>
        </p:nvSpPr>
        <p:spPr>
          <a:xfrm>
            <a:off x="5472262" y="2914700"/>
            <a:ext cx="609617" cy="857166"/>
          </a:xfrm>
          <a:prstGeom prst="rect">
            <a:avLst/>
          </a:prstGeom>
          <a:noFill/>
          <a:ln/>
        </p:spPr>
      </p:sp>
      <p:sp>
        <p:nvSpPr>
          <p:cNvPr id="32" name="Shape 19"/>
          <p:cNvSpPr/>
          <p:nvPr/>
        </p:nvSpPr>
        <p:spPr>
          <a:xfrm>
            <a:off x="5472262" y="2914700"/>
            <a:ext cx="609617" cy="857166"/>
          </a:xfrm>
          <a:prstGeom prst="rect">
            <a:avLst/>
          </a:prstGeom>
          <a:noFill/>
          <a:ln/>
        </p:spPr>
      </p:sp>
      <p:sp>
        <p:nvSpPr>
          <p:cNvPr id="34" name="Text 20"/>
          <p:cNvSpPr/>
          <p:nvPr/>
        </p:nvSpPr>
        <p:spPr>
          <a:xfrm>
            <a:off x="5453211" y="3448048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RDS Instance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0">
            <a:extLst>
              <a:ext uri="{FF2B5EF4-FFF2-40B4-BE49-F238E27FC236}">
                <a16:creationId xmlns:a16="http://schemas.microsoft.com/office/drawing/2014/main" id="{83921592-8F4E-F741-8AB5-509EBCC70F68}"/>
              </a:ext>
            </a:extLst>
          </p:cNvPr>
          <p:cNvSpPr/>
          <p:nvPr/>
        </p:nvSpPr>
        <p:spPr>
          <a:xfrm>
            <a:off x="609617" y="2892478"/>
            <a:ext cx="1062892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Resource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CB2C947B-4D3F-9C47-8BFF-BD2C6F5D436A}"/>
              </a:ext>
            </a:extLst>
          </p:cNvPr>
          <p:cNvSpPr/>
          <p:nvPr/>
        </p:nvSpPr>
        <p:spPr>
          <a:xfrm>
            <a:off x="609617" y="1406723"/>
            <a:ext cx="922850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Service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765B1F65-A61C-FB47-AC56-9FEA24BA3601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83D02680-F833-2C45-9078-F7EF65FDB1CB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Database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121">
            <a:extLst>
              <a:ext uri="{FF2B5EF4-FFF2-40B4-BE49-F238E27FC236}">
                <a16:creationId xmlns:a16="http://schemas.microsoft.com/office/drawing/2014/main" id="{298402B5-BD8D-0548-AFC0-A0F119748962}"/>
              </a:ext>
            </a:extLst>
          </p:cNvPr>
          <p:cNvSpPr/>
          <p:nvPr/>
        </p:nvSpPr>
        <p:spPr>
          <a:xfrm>
            <a:off x="11603566" y="501935"/>
            <a:ext cx="207758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ts val="1650"/>
              </a:lnSpc>
            </a:pPr>
            <a:r>
              <a:rPr lang="en-US" sz="1100" b="1" kern="0" spc="-10" dirty="0">
                <a:solidFill>
                  <a:srgbClr val="555555">
                    <a:alpha val="100000"/>
                  </a:srgbClr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1/3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4" name="Image 6">
            <a:extLst>
              <a:ext uri="{FF2B5EF4-FFF2-40B4-BE49-F238E27FC236}">
                <a16:creationId xmlns:a16="http://schemas.microsoft.com/office/drawing/2014/main" id="{296A94E0-CA15-6049-A249-6BEC436570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1153" y="2914700"/>
            <a:ext cx="457155" cy="457155"/>
          </a:xfrm>
          <a:prstGeom prst="rect">
            <a:avLst/>
          </a:prstGeom>
        </p:spPr>
      </p:pic>
      <p:pic>
        <p:nvPicPr>
          <p:cNvPr id="45" name="Image 11">
            <a:extLst>
              <a:ext uri="{FF2B5EF4-FFF2-40B4-BE49-F238E27FC236}">
                <a16:creationId xmlns:a16="http://schemas.microsoft.com/office/drawing/2014/main" id="{58C62A3C-2552-2B4C-B7C2-CD7B0E50B6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8492" y="2914700"/>
            <a:ext cx="457155" cy="457155"/>
          </a:xfrm>
          <a:prstGeom prst="rect">
            <a:avLst/>
          </a:prstGeom>
        </p:spPr>
      </p:pic>
      <p:sp>
        <p:nvSpPr>
          <p:cNvPr id="46" name="Text 1">
            <a:extLst>
              <a:ext uri="{FF2B5EF4-FFF2-40B4-BE49-F238E27FC236}">
                <a16:creationId xmlns:a16="http://schemas.microsoft.com/office/drawing/2014/main" id="{CAF5FDEA-3B62-9E46-A03E-BD5A34E199F1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28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7" name="Image 1" descr=" ">
            <a:extLst>
              <a:ext uri="{FF2B5EF4-FFF2-40B4-BE49-F238E27FC236}">
                <a16:creationId xmlns:a16="http://schemas.microsoft.com/office/drawing/2014/main" id="{3B87A51D-C58D-8644-A968-C484EB080B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90856" y="1352753"/>
            <a:ext cx="571515" cy="571444"/>
          </a:xfrm>
          <a:prstGeom prst="rect">
            <a:avLst/>
          </a:prstGeom>
        </p:spPr>
      </p:pic>
      <p:pic>
        <p:nvPicPr>
          <p:cNvPr id="48" name="Image 2" descr=" ">
            <a:extLst>
              <a:ext uri="{FF2B5EF4-FFF2-40B4-BE49-F238E27FC236}">
                <a16:creationId xmlns:a16="http://schemas.microsoft.com/office/drawing/2014/main" id="{5A961284-A3B3-2C45-BC6E-3F98EB9B013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81635" y="1352753"/>
            <a:ext cx="571515" cy="571444"/>
          </a:xfrm>
          <a:prstGeom prst="rect">
            <a:avLst/>
          </a:prstGeom>
        </p:spPr>
      </p:pic>
      <p:pic>
        <p:nvPicPr>
          <p:cNvPr id="49" name="Image 3" descr=" ">
            <a:extLst>
              <a:ext uri="{FF2B5EF4-FFF2-40B4-BE49-F238E27FC236}">
                <a16:creationId xmlns:a16="http://schemas.microsoft.com/office/drawing/2014/main" id="{3C3D3AB1-4F30-F148-B1D5-DD4C90BE395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2415" y="1352753"/>
            <a:ext cx="571515" cy="571444"/>
          </a:xfrm>
          <a:prstGeom prst="rect">
            <a:avLst/>
          </a:prstGeom>
        </p:spPr>
      </p:pic>
      <p:pic>
        <p:nvPicPr>
          <p:cNvPr id="50" name="Image 4" descr=" ">
            <a:extLst>
              <a:ext uri="{FF2B5EF4-FFF2-40B4-BE49-F238E27FC236}">
                <a16:creationId xmlns:a16="http://schemas.microsoft.com/office/drawing/2014/main" id="{9B877675-3D59-4E41-8532-DBA2FEC594E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63194" y="1352753"/>
            <a:ext cx="571515" cy="571444"/>
          </a:xfrm>
          <a:prstGeom prst="rect">
            <a:avLst/>
          </a:prstGeom>
        </p:spPr>
      </p:pic>
      <p:pic>
        <p:nvPicPr>
          <p:cNvPr id="51" name="Image 5" descr=" ">
            <a:extLst>
              <a:ext uri="{FF2B5EF4-FFF2-40B4-BE49-F238E27FC236}">
                <a16:creationId xmlns:a16="http://schemas.microsoft.com/office/drawing/2014/main" id="{9B184932-175F-3349-BEBB-E9B4E538024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453974" y="1352753"/>
            <a:ext cx="571515" cy="57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5711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7D1E314F-5A31-414F-B40C-B5A9A9B71317}"/>
              </a:ext>
            </a:extLst>
          </p:cNvPr>
          <p:cNvSpPr/>
          <p:nvPr/>
        </p:nvSpPr>
        <p:spPr>
          <a:xfrm>
            <a:off x="381011" y="1047410"/>
            <a:ext cx="11429978" cy="1485755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2471805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6" name="Text 2"/>
          <p:cNvSpPr/>
          <p:nvPr/>
        </p:nvSpPr>
        <p:spPr>
          <a:xfrm>
            <a:off x="2452754" y="2000389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MS-SQL Instance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46258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9" name="Text 4"/>
          <p:cNvSpPr/>
          <p:nvPr/>
        </p:nvSpPr>
        <p:spPr>
          <a:xfrm>
            <a:off x="4517090" y="2000389"/>
            <a:ext cx="528652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MySQL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Instance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645336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2" name="Text 6"/>
          <p:cNvSpPr/>
          <p:nvPr/>
        </p:nvSpPr>
        <p:spPr>
          <a:xfrm>
            <a:off x="6434313" y="2000389"/>
            <a:ext cx="704870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PostgreSQL Instance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8444143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5" name="Text 8"/>
          <p:cNvSpPr/>
          <p:nvPr/>
        </p:nvSpPr>
        <p:spPr>
          <a:xfrm>
            <a:off x="8425092" y="2000389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CUBRID Instance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9"/>
          <p:cNvSpPr/>
          <p:nvPr/>
        </p:nvSpPr>
        <p:spPr>
          <a:xfrm>
            <a:off x="10434923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8" name="Text 10"/>
          <p:cNvSpPr/>
          <p:nvPr/>
        </p:nvSpPr>
        <p:spPr>
          <a:xfrm>
            <a:off x="10415872" y="2000389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MariaDB Instance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3772003" y="1047983"/>
            <a:ext cx="6000915" cy="5085853"/>
          </a:xfrm>
          <a:prstGeom prst="rect">
            <a:avLst/>
          </a:prstGeom>
          <a:noFill/>
          <a:ln/>
        </p:spPr>
      </p:sp>
      <p:pic>
        <p:nvPicPr>
          <p:cNvPr id="21" name="Image 6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2003" y="1047983"/>
            <a:ext cx="9526" cy="5085853"/>
          </a:xfrm>
          <a:prstGeom prst="rect">
            <a:avLst/>
          </a:prstGeom>
        </p:spPr>
      </p:pic>
      <p:pic>
        <p:nvPicPr>
          <p:cNvPr id="22" name="Image 7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307" y="1047983"/>
            <a:ext cx="9526" cy="5085853"/>
          </a:xfrm>
          <a:prstGeom prst="rect">
            <a:avLst/>
          </a:prstGeom>
        </p:spPr>
      </p:pic>
      <p:pic>
        <p:nvPicPr>
          <p:cNvPr id="23" name="Image 8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612" y="1047983"/>
            <a:ext cx="9526" cy="5085853"/>
          </a:xfrm>
          <a:prstGeom prst="rect">
            <a:avLst/>
          </a:prstGeom>
        </p:spPr>
      </p:pic>
      <p:pic>
        <p:nvPicPr>
          <p:cNvPr id="24" name="Image 9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72917" y="1047983"/>
            <a:ext cx="9526" cy="5085853"/>
          </a:xfrm>
          <a:prstGeom prst="rect">
            <a:avLst/>
          </a:prstGeom>
        </p:spPr>
      </p:pic>
      <p:sp>
        <p:nvSpPr>
          <p:cNvPr id="28" name="Text 0">
            <a:extLst>
              <a:ext uri="{FF2B5EF4-FFF2-40B4-BE49-F238E27FC236}">
                <a16:creationId xmlns:a16="http://schemas.microsoft.com/office/drawing/2014/main" id="{AE06815D-A4F4-514F-A15B-ED0039DB1DA3}"/>
              </a:ext>
            </a:extLst>
          </p:cNvPr>
          <p:cNvSpPr/>
          <p:nvPr/>
        </p:nvSpPr>
        <p:spPr>
          <a:xfrm>
            <a:off x="609617" y="2892478"/>
            <a:ext cx="1062892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Resource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136833C9-BBD0-1B4D-9C51-2C56748E970C}"/>
              </a:ext>
            </a:extLst>
          </p:cNvPr>
          <p:cNvSpPr/>
          <p:nvPr/>
        </p:nvSpPr>
        <p:spPr>
          <a:xfrm>
            <a:off x="609617" y="1406723"/>
            <a:ext cx="922850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Service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C682FC44-C08E-0443-BBA2-AC2FEBB13BD7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B366E9EF-E892-C34A-BBE2-6D5CB0CAA545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Database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121">
            <a:extLst>
              <a:ext uri="{FF2B5EF4-FFF2-40B4-BE49-F238E27FC236}">
                <a16:creationId xmlns:a16="http://schemas.microsoft.com/office/drawing/2014/main" id="{8864FE73-4170-054F-AD0F-5275FE0F2693}"/>
              </a:ext>
            </a:extLst>
          </p:cNvPr>
          <p:cNvSpPr/>
          <p:nvPr/>
        </p:nvSpPr>
        <p:spPr>
          <a:xfrm>
            <a:off x="11603566" y="501935"/>
            <a:ext cx="207758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ts val="1650"/>
              </a:lnSpc>
            </a:pPr>
            <a:r>
              <a:rPr lang="en-US" sz="1100" b="1" kern="0" spc="-10" dirty="0">
                <a:solidFill>
                  <a:srgbClr val="555555">
                    <a:alpha val="100000"/>
                  </a:srgbClr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2/3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8C474EF7-D616-6245-8612-C643DA518C50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29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" name="Image 1" descr=" ">
            <a:extLst>
              <a:ext uri="{FF2B5EF4-FFF2-40B4-BE49-F238E27FC236}">
                <a16:creationId xmlns:a16="http://schemas.microsoft.com/office/drawing/2014/main" id="{76CF3705-92B7-8E46-8DAC-0037B84004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90856" y="1352753"/>
            <a:ext cx="571515" cy="571444"/>
          </a:xfrm>
          <a:prstGeom prst="rect">
            <a:avLst/>
          </a:prstGeom>
        </p:spPr>
      </p:pic>
      <p:pic>
        <p:nvPicPr>
          <p:cNvPr id="36" name="Image 2" descr=" ">
            <a:extLst>
              <a:ext uri="{FF2B5EF4-FFF2-40B4-BE49-F238E27FC236}">
                <a16:creationId xmlns:a16="http://schemas.microsoft.com/office/drawing/2014/main" id="{0D701AF2-B5FD-A945-8940-CAC1AF9ECC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81635" y="1352753"/>
            <a:ext cx="571515" cy="571444"/>
          </a:xfrm>
          <a:prstGeom prst="rect">
            <a:avLst/>
          </a:prstGeom>
        </p:spPr>
      </p:pic>
      <p:pic>
        <p:nvPicPr>
          <p:cNvPr id="37" name="Image 3" descr=" ">
            <a:extLst>
              <a:ext uri="{FF2B5EF4-FFF2-40B4-BE49-F238E27FC236}">
                <a16:creationId xmlns:a16="http://schemas.microsoft.com/office/drawing/2014/main" id="{AA70C98E-95E1-7540-8280-3DC0002CE05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2415" y="1352753"/>
            <a:ext cx="571515" cy="571444"/>
          </a:xfrm>
          <a:prstGeom prst="rect">
            <a:avLst/>
          </a:prstGeom>
        </p:spPr>
      </p:pic>
      <p:pic>
        <p:nvPicPr>
          <p:cNvPr id="38" name="Image 4" descr=" ">
            <a:extLst>
              <a:ext uri="{FF2B5EF4-FFF2-40B4-BE49-F238E27FC236}">
                <a16:creationId xmlns:a16="http://schemas.microsoft.com/office/drawing/2014/main" id="{F72FE3C5-7523-8342-92F4-C1419A530EA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63194" y="1352753"/>
            <a:ext cx="571515" cy="571444"/>
          </a:xfrm>
          <a:prstGeom prst="rect">
            <a:avLst/>
          </a:prstGeom>
        </p:spPr>
      </p:pic>
      <p:pic>
        <p:nvPicPr>
          <p:cNvPr id="39" name="Image 5" descr=" ">
            <a:extLst>
              <a:ext uri="{FF2B5EF4-FFF2-40B4-BE49-F238E27FC236}">
                <a16:creationId xmlns:a16="http://schemas.microsoft.com/office/drawing/2014/main" id="{596D55D6-424B-EE4A-B238-9AADBAD801D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53974" y="1352753"/>
            <a:ext cx="571515" cy="57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6209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392D87FC-AF68-A448-8DF6-1A3E69AAABC3}"/>
              </a:ext>
            </a:extLst>
          </p:cNvPr>
          <p:cNvSpPr/>
          <p:nvPr/>
        </p:nvSpPr>
        <p:spPr>
          <a:xfrm>
            <a:off x="381011" y="1047410"/>
            <a:ext cx="11429978" cy="1485755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2471805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6" name="Text 2"/>
          <p:cNvSpPr/>
          <p:nvPr/>
        </p:nvSpPr>
        <p:spPr>
          <a:xfrm>
            <a:off x="2452754" y="2000389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Tibero Instance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46258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9" name="Text 4"/>
          <p:cNvSpPr/>
          <p:nvPr/>
        </p:nvSpPr>
        <p:spPr>
          <a:xfrm>
            <a:off x="4498303" y="2000389"/>
            <a:ext cx="538177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Redis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Instance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3772003" y="1047983"/>
            <a:ext cx="0" cy="5085853"/>
          </a:xfrm>
          <a:prstGeom prst="rect">
            <a:avLst/>
          </a:prstGeom>
          <a:noFill/>
          <a:ln/>
        </p:spPr>
      </p:sp>
      <p:pic>
        <p:nvPicPr>
          <p:cNvPr id="12" name="Image 3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2003" y="1047983"/>
            <a:ext cx="9526" cy="5085853"/>
          </a:xfrm>
          <a:prstGeom prst="rect">
            <a:avLst/>
          </a:prstGeom>
        </p:spPr>
      </p:pic>
      <p:sp>
        <p:nvSpPr>
          <p:cNvPr id="16" name="Text 0">
            <a:extLst>
              <a:ext uri="{FF2B5EF4-FFF2-40B4-BE49-F238E27FC236}">
                <a16:creationId xmlns:a16="http://schemas.microsoft.com/office/drawing/2014/main" id="{B49A0F67-B4AE-4A4E-9B0F-55C8B98273C0}"/>
              </a:ext>
            </a:extLst>
          </p:cNvPr>
          <p:cNvSpPr/>
          <p:nvPr/>
        </p:nvSpPr>
        <p:spPr>
          <a:xfrm>
            <a:off x="609617" y="2892478"/>
            <a:ext cx="1062892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Resource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C9361F3C-22E2-A748-9EAE-74D76006822E}"/>
              </a:ext>
            </a:extLst>
          </p:cNvPr>
          <p:cNvSpPr/>
          <p:nvPr/>
        </p:nvSpPr>
        <p:spPr>
          <a:xfrm>
            <a:off x="609617" y="1406723"/>
            <a:ext cx="922850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Service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15B61D44-7F55-4D42-9A7B-B9D93DDCE65D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C694656F-654C-B34C-A4C4-03CCA5F63834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Database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21">
            <a:extLst>
              <a:ext uri="{FF2B5EF4-FFF2-40B4-BE49-F238E27FC236}">
                <a16:creationId xmlns:a16="http://schemas.microsoft.com/office/drawing/2014/main" id="{49B233E4-0427-FC40-A562-1563B9E6E428}"/>
              </a:ext>
            </a:extLst>
          </p:cNvPr>
          <p:cNvSpPr/>
          <p:nvPr/>
        </p:nvSpPr>
        <p:spPr>
          <a:xfrm>
            <a:off x="11603566" y="501935"/>
            <a:ext cx="207758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ts val="1650"/>
              </a:lnSpc>
            </a:pPr>
            <a:r>
              <a:rPr lang="en-US" sz="1100" b="1" kern="0" spc="-10" dirty="0">
                <a:solidFill>
                  <a:srgbClr val="555555">
                    <a:alpha val="100000"/>
                  </a:srgbClr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3/3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F6221A6E-CC0D-3144-AC48-41F8CD335099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30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Image 1" descr=" ">
            <a:extLst>
              <a:ext uri="{FF2B5EF4-FFF2-40B4-BE49-F238E27FC236}">
                <a16:creationId xmlns:a16="http://schemas.microsoft.com/office/drawing/2014/main" id="{43C85354-851C-4A40-BCE0-B7F007DF38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90856" y="1352753"/>
            <a:ext cx="571515" cy="571444"/>
          </a:xfrm>
          <a:prstGeom prst="rect">
            <a:avLst/>
          </a:prstGeom>
        </p:spPr>
      </p:pic>
      <p:pic>
        <p:nvPicPr>
          <p:cNvPr id="24" name="Image 2" descr=" ">
            <a:extLst>
              <a:ext uri="{FF2B5EF4-FFF2-40B4-BE49-F238E27FC236}">
                <a16:creationId xmlns:a16="http://schemas.microsoft.com/office/drawing/2014/main" id="{E3E0A2A5-612A-B445-911D-A00EE58DC9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81635" y="1352753"/>
            <a:ext cx="571515" cy="57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1571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E6D0C21E-48E1-7F48-9F07-0DA8C287CE11}"/>
              </a:ext>
            </a:extLst>
          </p:cNvPr>
          <p:cNvSpPr/>
          <p:nvPr/>
        </p:nvSpPr>
        <p:spPr>
          <a:xfrm>
            <a:off x="381011" y="1047410"/>
            <a:ext cx="11429978" cy="1485755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2471805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6" name="Text 2"/>
          <p:cNvSpPr/>
          <p:nvPr/>
        </p:nvSpPr>
        <p:spPr>
          <a:xfrm>
            <a:off x="2452754" y="2000389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Service Monitoring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46258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9" name="Text 4"/>
          <p:cNvSpPr/>
          <p:nvPr/>
        </p:nvSpPr>
        <p:spPr>
          <a:xfrm>
            <a:off x="4470126" y="2000389"/>
            <a:ext cx="614379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Cloud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Monitoring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645336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3" name="Shape 7"/>
          <p:cNvSpPr/>
          <p:nvPr/>
        </p:nvSpPr>
        <p:spPr>
          <a:xfrm>
            <a:off x="6067590" y="2914700"/>
            <a:ext cx="1381163" cy="695257"/>
          </a:xfrm>
          <a:prstGeom prst="rect">
            <a:avLst/>
          </a:prstGeom>
          <a:noFill/>
          <a:ln/>
        </p:spPr>
      </p:sp>
      <p:sp>
        <p:nvSpPr>
          <p:cNvPr id="14" name="Shape 8"/>
          <p:cNvSpPr/>
          <p:nvPr/>
        </p:nvSpPr>
        <p:spPr>
          <a:xfrm>
            <a:off x="6072353" y="2914700"/>
            <a:ext cx="609617" cy="695257"/>
          </a:xfrm>
          <a:prstGeom prst="rect">
            <a:avLst/>
          </a:prstGeom>
          <a:noFill/>
          <a:ln/>
        </p:spPr>
      </p:sp>
      <p:sp>
        <p:nvSpPr>
          <p:cNvPr id="15" name="Shape 9"/>
          <p:cNvSpPr/>
          <p:nvPr/>
        </p:nvSpPr>
        <p:spPr>
          <a:xfrm>
            <a:off x="6072353" y="2914700"/>
            <a:ext cx="609617" cy="695257"/>
          </a:xfrm>
          <a:prstGeom prst="rect">
            <a:avLst/>
          </a:prstGeom>
          <a:noFill/>
          <a:ln/>
        </p:spPr>
      </p:sp>
      <p:sp>
        <p:nvSpPr>
          <p:cNvPr id="17" name="Text 10"/>
          <p:cNvSpPr/>
          <p:nvPr/>
        </p:nvSpPr>
        <p:spPr>
          <a:xfrm>
            <a:off x="4067286" y="3451223"/>
            <a:ext cx="64771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Dashboard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1"/>
          <p:cNvSpPr/>
          <p:nvPr/>
        </p:nvSpPr>
        <p:spPr>
          <a:xfrm>
            <a:off x="6834374" y="2914700"/>
            <a:ext cx="609617" cy="695257"/>
          </a:xfrm>
          <a:prstGeom prst="rect">
            <a:avLst/>
          </a:prstGeom>
          <a:noFill/>
          <a:ln/>
        </p:spPr>
      </p:sp>
      <p:sp>
        <p:nvSpPr>
          <p:cNvPr id="19" name="Shape 12"/>
          <p:cNvSpPr/>
          <p:nvPr/>
        </p:nvSpPr>
        <p:spPr>
          <a:xfrm>
            <a:off x="6834374" y="2914700"/>
            <a:ext cx="609617" cy="695257"/>
          </a:xfrm>
          <a:prstGeom prst="rect">
            <a:avLst/>
          </a:prstGeom>
          <a:noFill/>
          <a:ln/>
        </p:spPr>
      </p:sp>
      <p:sp>
        <p:nvSpPr>
          <p:cNvPr id="21" name="Text 13"/>
          <p:cNvSpPr/>
          <p:nvPr/>
        </p:nvSpPr>
        <p:spPr>
          <a:xfrm>
            <a:off x="4829307" y="3451223"/>
            <a:ext cx="64771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Notification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3772003" y="1047983"/>
            <a:ext cx="6000915" cy="5085853"/>
          </a:xfrm>
          <a:prstGeom prst="rect">
            <a:avLst/>
          </a:prstGeom>
          <a:noFill/>
          <a:ln/>
        </p:spPr>
      </p:sp>
      <p:pic>
        <p:nvPicPr>
          <p:cNvPr id="24" name="Image 6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2003" y="1047983"/>
            <a:ext cx="9526" cy="5085853"/>
          </a:xfrm>
          <a:prstGeom prst="rect">
            <a:avLst/>
          </a:prstGeom>
        </p:spPr>
      </p:pic>
      <p:pic>
        <p:nvPicPr>
          <p:cNvPr id="25" name="Image 7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307" y="1047983"/>
            <a:ext cx="9526" cy="5085853"/>
          </a:xfrm>
          <a:prstGeom prst="rect">
            <a:avLst/>
          </a:prstGeom>
        </p:spPr>
      </p:pic>
      <p:sp>
        <p:nvSpPr>
          <p:cNvPr id="31" name="Text 0">
            <a:extLst>
              <a:ext uri="{FF2B5EF4-FFF2-40B4-BE49-F238E27FC236}">
                <a16:creationId xmlns:a16="http://schemas.microsoft.com/office/drawing/2014/main" id="{95922DB4-F526-F44B-9168-1A17637D9C60}"/>
              </a:ext>
            </a:extLst>
          </p:cNvPr>
          <p:cNvSpPr/>
          <p:nvPr/>
        </p:nvSpPr>
        <p:spPr>
          <a:xfrm>
            <a:off x="609617" y="2892478"/>
            <a:ext cx="1062892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Resource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6E38104C-0AFF-E84E-905C-63D580EA1EAA}"/>
              </a:ext>
            </a:extLst>
          </p:cNvPr>
          <p:cNvSpPr/>
          <p:nvPr/>
        </p:nvSpPr>
        <p:spPr>
          <a:xfrm>
            <a:off x="609617" y="1406723"/>
            <a:ext cx="922850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Service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064E06A2-8804-6545-A757-8F8F143C024A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23C3F6D2-37A2-234E-8292-1AE089E5E4AB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Monitoring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" name="Image 4" descr=" ">
            <a:extLst>
              <a:ext uri="{FF2B5EF4-FFF2-40B4-BE49-F238E27FC236}">
                <a16:creationId xmlns:a16="http://schemas.microsoft.com/office/drawing/2014/main" id="{F30CD698-3F62-1840-BA63-01DD748DC8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62539" y="2917875"/>
            <a:ext cx="457212" cy="457155"/>
          </a:xfrm>
          <a:prstGeom prst="rect">
            <a:avLst/>
          </a:prstGeom>
        </p:spPr>
      </p:pic>
      <p:pic>
        <p:nvPicPr>
          <p:cNvPr id="37" name="Image 5" descr=" ">
            <a:extLst>
              <a:ext uri="{FF2B5EF4-FFF2-40B4-BE49-F238E27FC236}">
                <a16:creationId xmlns:a16="http://schemas.microsoft.com/office/drawing/2014/main" id="{1AADBEF4-A246-2343-84EE-E6D4EB7FE0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24560" y="2917875"/>
            <a:ext cx="457212" cy="457155"/>
          </a:xfrm>
          <a:prstGeom prst="rect">
            <a:avLst/>
          </a:prstGeom>
        </p:spPr>
      </p:pic>
      <p:sp>
        <p:nvSpPr>
          <p:cNvPr id="38" name="Text 1">
            <a:extLst>
              <a:ext uri="{FF2B5EF4-FFF2-40B4-BE49-F238E27FC236}">
                <a16:creationId xmlns:a16="http://schemas.microsoft.com/office/drawing/2014/main" id="{739AE836-2F83-A34F-8916-395F495C6D3B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31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9" name="Image 1">
            <a:extLst>
              <a:ext uri="{FF2B5EF4-FFF2-40B4-BE49-F238E27FC236}">
                <a16:creationId xmlns:a16="http://schemas.microsoft.com/office/drawing/2014/main" id="{B0F5B81D-2E64-7D4F-9E72-28B58AAB24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90891" y="1352753"/>
            <a:ext cx="571444" cy="571444"/>
          </a:xfrm>
          <a:prstGeom prst="rect">
            <a:avLst/>
          </a:prstGeom>
        </p:spPr>
      </p:pic>
      <p:pic>
        <p:nvPicPr>
          <p:cNvPr id="40" name="Image 2">
            <a:extLst>
              <a:ext uri="{FF2B5EF4-FFF2-40B4-BE49-F238E27FC236}">
                <a16:creationId xmlns:a16="http://schemas.microsoft.com/office/drawing/2014/main" id="{5A55EDA6-32FF-D44B-9700-4FBC2B7201E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1670" y="1352753"/>
            <a:ext cx="571444" cy="57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1164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21B8B485-7B20-3C44-A69F-BE1626FD7602}"/>
              </a:ext>
            </a:extLst>
          </p:cNvPr>
          <p:cNvSpPr/>
          <p:nvPr/>
        </p:nvSpPr>
        <p:spPr>
          <a:xfrm>
            <a:off x="340069" y="1093051"/>
            <a:ext cx="11429978" cy="1485755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2471805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6" name="Text 2"/>
          <p:cNvSpPr/>
          <p:nvPr/>
        </p:nvSpPr>
        <p:spPr>
          <a:xfrm>
            <a:off x="6334297" y="1943245"/>
            <a:ext cx="789451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NHN Cloud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Private Region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46258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9" name="Text 4"/>
          <p:cNvSpPr/>
          <p:nvPr/>
        </p:nvSpPr>
        <p:spPr>
          <a:xfrm>
            <a:off x="8243346" y="1976130"/>
            <a:ext cx="732616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NHN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Hybrid Cloud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3772003" y="1047983"/>
            <a:ext cx="6000915" cy="5085853"/>
          </a:xfrm>
          <a:prstGeom prst="rect">
            <a:avLst/>
          </a:prstGeom>
          <a:noFill/>
          <a:ln/>
        </p:spPr>
      </p:sp>
      <p:pic>
        <p:nvPicPr>
          <p:cNvPr id="12" name="Image 3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2003" y="1047983"/>
            <a:ext cx="9526" cy="5085853"/>
          </a:xfrm>
          <a:prstGeom prst="rect">
            <a:avLst/>
          </a:prstGeom>
        </p:spPr>
      </p:pic>
      <p:sp>
        <p:nvSpPr>
          <p:cNvPr id="19" name="Text 0">
            <a:extLst>
              <a:ext uri="{FF2B5EF4-FFF2-40B4-BE49-F238E27FC236}">
                <a16:creationId xmlns:a16="http://schemas.microsoft.com/office/drawing/2014/main" id="{F778F06B-6EBE-C24F-9DCE-C232F7E3258A}"/>
              </a:ext>
            </a:extLst>
          </p:cNvPr>
          <p:cNvSpPr/>
          <p:nvPr/>
        </p:nvSpPr>
        <p:spPr>
          <a:xfrm>
            <a:off x="609617" y="2892478"/>
            <a:ext cx="1062892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Resource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5BE131BE-24D2-0141-9714-0A1016038189}"/>
              </a:ext>
            </a:extLst>
          </p:cNvPr>
          <p:cNvSpPr/>
          <p:nvPr/>
        </p:nvSpPr>
        <p:spPr>
          <a:xfrm>
            <a:off x="609617" y="1406723"/>
            <a:ext cx="922850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Service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608B515E-8069-0144-9719-3F22612903D9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11D293E8-40CD-7B43-85AE-5D8943F68227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Hybrid &amp; Private Cloud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766DB87B-B4A2-044B-8983-D5215E53980F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32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Image 1" descr=" ">
            <a:extLst>
              <a:ext uri="{FF2B5EF4-FFF2-40B4-BE49-F238E27FC236}">
                <a16:creationId xmlns:a16="http://schemas.microsoft.com/office/drawing/2014/main" id="{4FD76B1C-D20B-FA4C-9FF3-694CC8F45C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29232" y="1264485"/>
            <a:ext cx="571515" cy="571444"/>
          </a:xfrm>
          <a:prstGeom prst="rect">
            <a:avLst/>
          </a:prstGeom>
        </p:spPr>
      </p:pic>
      <p:pic>
        <p:nvPicPr>
          <p:cNvPr id="26" name="Image 2" descr=" ">
            <a:extLst>
              <a:ext uri="{FF2B5EF4-FFF2-40B4-BE49-F238E27FC236}">
                <a16:creationId xmlns:a16="http://schemas.microsoft.com/office/drawing/2014/main" id="{7E39950D-47F4-1C4B-AA3E-AC2D300509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23896" y="1264485"/>
            <a:ext cx="571515" cy="571444"/>
          </a:xfrm>
          <a:prstGeom prst="rect">
            <a:avLst/>
          </a:prstGeom>
        </p:spPr>
      </p:pic>
      <p:sp>
        <p:nvSpPr>
          <p:cNvPr id="16" name="Text 6">
            <a:extLst>
              <a:ext uri="{FF2B5EF4-FFF2-40B4-BE49-F238E27FC236}">
                <a16:creationId xmlns:a16="http://schemas.microsoft.com/office/drawing/2014/main" id="{84FB49AC-FB0F-4F3A-9D15-1069B575A481}"/>
              </a:ext>
            </a:extLst>
          </p:cNvPr>
          <p:cNvSpPr/>
          <p:nvPr/>
        </p:nvSpPr>
        <p:spPr>
          <a:xfrm>
            <a:off x="4252891" y="1947333"/>
            <a:ext cx="859208" cy="361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</a:rPr>
              <a:t>NHN</a:t>
            </a:r>
            <a:r>
              <a:rPr lang="ko-KR" alt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</a:rPr>
              <a:t> </a:t>
            </a:r>
            <a:r>
              <a:rPr lang="en-US" altLang="ko-KR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</a:rPr>
              <a:t>Cloud</a:t>
            </a:r>
            <a:r>
              <a:rPr lang="ko-KR" alt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</a:rPr>
              <a:t> </a:t>
            </a:r>
            <a:r>
              <a:rPr lang="en-US" altLang="ko-KR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</a:rPr>
              <a:t>Private</a:t>
            </a:r>
            <a:r>
              <a:rPr lang="ko-KR" alt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</a:rPr>
              <a:t> </a:t>
            </a:r>
            <a:r>
              <a:rPr lang="en-US" altLang="ko-KR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</a:rPr>
              <a:t>Station</a:t>
            </a:r>
            <a:endParaRPr lang="en-US" sz="1000" dirty="0">
              <a:solidFill>
                <a:srgbClr val="555555"/>
              </a:solidFill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940FD7BF-2F26-46BE-9081-A90A62BD637E}"/>
              </a:ext>
            </a:extLst>
          </p:cNvPr>
          <p:cNvSpPr/>
          <p:nvPr/>
        </p:nvSpPr>
        <p:spPr>
          <a:xfrm>
            <a:off x="2380110" y="1966975"/>
            <a:ext cx="811543" cy="361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</a:rPr>
              <a:t>NHN Cloud Private Deck</a:t>
            </a:r>
            <a:endParaRPr lang="en-US" sz="1000" dirty="0">
              <a:solidFill>
                <a:srgbClr val="555555"/>
              </a:solidFill>
            </a:endParaRPr>
          </a:p>
        </p:txBody>
      </p:sp>
      <p:pic>
        <p:nvPicPr>
          <p:cNvPr id="18" name="Image 7" descr=" ">
            <a:extLst>
              <a:ext uri="{FF2B5EF4-FFF2-40B4-BE49-F238E27FC236}">
                <a16:creationId xmlns:a16="http://schemas.microsoft.com/office/drawing/2014/main" id="{CDCE7C6C-91C4-41F7-B9B5-183F0E747A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307" y="1047983"/>
            <a:ext cx="9526" cy="5085853"/>
          </a:xfrm>
          <a:prstGeom prst="rect">
            <a:avLst/>
          </a:prstGeom>
        </p:spPr>
      </p:pic>
      <p:pic>
        <p:nvPicPr>
          <p:cNvPr id="27" name="Image 8" descr=" ">
            <a:extLst>
              <a:ext uri="{FF2B5EF4-FFF2-40B4-BE49-F238E27FC236}">
                <a16:creationId xmlns:a16="http://schemas.microsoft.com/office/drawing/2014/main" id="{651869F6-8ACB-49BD-A3C9-CF870C1617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612" y="1047983"/>
            <a:ext cx="9526" cy="5085853"/>
          </a:xfrm>
          <a:prstGeom prst="rect">
            <a:avLst/>
          </a:prstGeom>
        </p:spPr>
      </p:pic>
      <p:pic>
        <p:nvPicPr>
          <p:cNvPr id="28" name="Image 3">
            <a:extLst>
              <a:ext uri="{FF2B5EF4-FFF2-40B4-BE49-F238E27FC236}">
                <a16:creationId xmlns:a16="http://schemas.microsoft.com/office/drawing/2014/main" id="{260F9FCD-5A15-4C64-9841-0840235B94A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96773" y="1264485"/>
            <a:ext cx="571444" cy="571444"/>
          </a:xfrm>
          <a:prstGeom prst="rect">
            <a:avLst/>
          </a:prstGeom>
        </p:spPr>
      </p:pic>
      <p:pic>
        <p:nvPicPr>
          <p:cNvPr id="29" name="Image 4">
            <a:extLst>
              <a:ext uri="{FF2B5EF4-FFF2-40B4-BE49-F238E27FC236}">
                <a16:creationId xmlns:a16="http://schemas.microsoft.com/office/drawing/2014/main" id="{A16F1E58-D19D-4527-A512-179009352C2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95136" y="1264485"/>
            <a:ext cx="571444" cy="57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2697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D504BB45-4E84-0A48-8821-E4E2D264BFF7}"/>
              </a:ext>
            </a:extLst>
          </p:cNvPr>
          <p:cNvSpPr/>
          <p:nvPr/>
        </p:nvSpPr>
        <p:spPr>
          <a:xfrm>
            <a:off x="381011" y="1047410"/>
            <a:ext cx="11429978" cy="1485755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2471805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6" name="Text 2"/>
          <p:cNvSpPr/>
          <p:nvPr/>
        </p:nvSpPr>
        <p:spPr>
          <a:xfrm>
            <a:off x="2452754" y="2000390"/>
            <a:ext cx="64771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Gamebase</a:t>
            </a:r>
            <a:endParaRPr lang="en-US" sz="1000" dirty="0">
              <a:solidFill>
                <a:srgbClr val="555555"/>
              </a:solidFill>
            </a:endParaRPr>
          </a:p>
        </p:txBody>
      </p:sp>
      <p:sp>
        <p:nvSpPr>
          <p:cNvPr id="7" name="Shape 3"/>
          <p:cNvSpPr/>
          <p:nvPr/>
        </p:nvSpPr>
        <p:spPr>
          <a:xfrm>
            <a:off x="446258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9" name="Text 4"/>
          <p:cNvSpPr/>
          <p:nvPr/>
        </p:nvSpPr>
        <p:spPr>
          <a:xfrm>
            <a:off x="4446328" y="2000390"/>
            <a:ext cx="638193" cy="175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GameAnvil</a:t>
            </a:r>
            <a:endParaRPr lang="en-US" sz="1000" dirty="0">
              <a:solidFill>
                <a:srgbClr val="555555"/>
              </a:solidFill>
            </a:endParaRPr>
          </a:p>
        </p:txBody>
      </p:sp>
      <p:sp>
        <p:nvSpPr>
          <p:cNvPr id="10" name="Shape 5"/>
          <p:cNvSpPr/>
          <p:nvPr/>
        </p:nvSpPr>
        <p:spPr>
          <a:xfrm>
            <a:off x="645336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2" name="Text 6"/>
          <p:cNvSpPr/>
          <p:nvPr/>
        </p:nvSpPr>
        <p:spPr>
          <a:xfrm>
            <a:off x="6373986" y="2000390"/>
            <a:ext cx="768753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GameStarter</a:t>
            </a:r>
            <a:endParaRPr lang="en-US" sz="1000" dirty="0">
              <a:solidFill>
                <a:srgbClr val="555555"/>
              </a:solidFill>
            </a:endParaRPr>
          </a:p>
        </p:txBody>
      </p:sp>
      <p:sp>
        <p:nvSpPr>
          <p:cNvPr id="13" name="Shape 7"/>
          <p:cNvSpPr/>
          <p:nvPr/>
        </p:nvSpPr>
        <p:spPr>
          <a:xfrm>
            <a:off x="8444143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5" name="Text 8"/>
          <p:cNvSpPr/>
          <p:nvPr/>
        </p:nvSpPr>
        <p:spPr>
          <a:xfrm>
            <a:off x="8371498" y="2000390"/>
            <a:ext cx="762020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Leaderboard</a:t>
            </a:r>
            <a:endParaRPr lang="en-US" sz="1000" dirty="0">
              <a:solidFill>
                <a:srgbClr val="555555"/>
              </a:solidFill>
            </a:endParaRPr>
          </a:p>
        </p:txBody>
      </p:sp>
      <p:sp>
        <p:nvSpPr>
          <p:cNvPr id="16" name="Shape 9"/>
          <p:cNvSpPr/>
          <p:nvPr/>
        </p:nvSpPr>
        <p:spPr>
          <a:xfrm>
            <a:off x="10434923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8" name="Text 10"/>
          <p:cNvSpPr/>
          <p:nvPr/>
        </p:nvSpPr>
        <p:spPr>
          <a:xfrm>
            <a:off x="10415872" y="2000390"/>
            <a:ext cx="64771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Launching</a:t>
            </a:r>
            <a:endParaRPr lang="en-US" sz="1000" dirty="0">
              <a:solidFill>
                <a:srgbClr val="555555"/>
              </a:solidFill>
            </a:endParaRPr>
          </a:p>
        </p:txBody>
      </p:sp>
      <p:sp>
        <p:nvSpPr>
          <p:cNvPr id="20" name="Shape 12"/>
          <p:cNvSpPr/>
          <p:nvPr/>
        </p:nvSpPr>
        <p:spPr>
          <a:xfrm>
            <a:off x="3772003" y="1047983"/>
            <a:ext cx="6000915" cy="5085853"/>
          </a:xfrm>
          <a:prstGeom prst="rect">
            <a:avLst/>
          </a:prstGeom>
          <a:noFill/>
          <a:ln/>
        </p:spPr>
      </p:sp>
      <p:pic>
        <p:nvPicPr>
          <p:cNvPr id="21" name="Image 6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2003" y="1047983"/>
            <a:ext cx="9526" cy="5085853"/>
          </a:xfrm>
          <a:prstGeom prst="rect">
            <a:avLst/>
          </a:prstGeom>
        </p:spPr>
      </p:pic>
      <p:pic>
        <p:nvPicPr>
          <p:cNvPr id="22" name="Image 7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307" y="1047983"/>
            <a:ext cx="9526" cy="5085853"/>
          </a:xfrm>
          <a:prstGeom prst="rect">
            <a:avLst/>
          </a:prstGeom>
        </p:spPr>
      </p:pic>
      <p:pic>
        <p:nvPicPr>
          <p:cNvPr id="23" name="Image 8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612" y="1047983"/>
            <a:ext cx="9526" cy="5085853"/>
          </a:xfrm>
          <a:prstGeom prst="rect">
            <a:avLst/>
          </a:prstGeom>
        </p:spPr>
      </p:pic>
      <p:pic>
        <p:nvPicPr>
          <p:cNvPr id="24" name="Image 9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72917" y="1047983"/>
            <a:ext cx="9526" cy="5085853"/>
          </a:xfrm>
          <a:prstGeom prst="rect">
            <a:avLst/>
          </a:prstGeom>
        </p:spPr>
      </p:pic>
      <p:sp>
        <p:nvSpPr>
          <p:cNvPr id="28" name="Text 0">
            <a:extLst>
              <a:ext uri="{FF2B5EF4-FFF2-40B4-BE49-F238E27FC236}">
                <a16:creationId xmlns:a16="http://schemas.microsoft.com/office/drawing/2014/main" id="{609BB1AE-047C-1B40-BE86-894AA7ACDBC0}"/>
              </a:ext>
            </a:extLst>
          </p:cNvPr>
          <p:cNvSpPr/>
          <p:nvPr/>
        </p:nvSpPr>
        <p:spPr>
          <a:xfrm>
            <a:off x="609617" y="2892478"/>
            <a:ext cx="1062892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Resource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F7CCEBD3-3627-AA4A-BE6F-5F28DEEF8E19}"/>
              </a:ext>
            </a:extLst>
          </p:cNvPr>
          <p:cNvSpPr/>
          <p:nvPr/>
        </p:nvSpPr>
        <p:spPr>
          <a:xfrm>
            <a:off x="609617" y="1406723"/>
            <a:ext cx="922850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Service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E82B2649-BDCA-644B-B00A-A187A39746CF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9DF74980-69C0-6C4B-9E52-8086C94250B3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Game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121">
            <a:extLst>
              <a:ext uri="{FF2B5EF4-FFF2-40B4-BE49-F238E27FC236}">
                <a16:creationId xmlns:a16="http://schemas.microsoft.com/office/drawing/2014/main" id="{C5952008-39CC-1F4D-AE05-5EA5E646EE2E}"/>
              </a:ext>
            </a:extLst>
          </p:cNvPr>
          <p:cNvSpPr/>
          <p:nvPr/>
        </p:nvSpPr>
        <p:spPr>
          <a:xfrm>
            <a:off x="11603566" y="501935"/>
            <a:ext cx="207758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ts val="1650"/>
              </a:lnSpc>
            </a:pPr>
            <a:r>
              <a:rPr lang="en-US" sz="1100" b="1" kern="0" spc="-10" dirty="0">
                <a:solidFill>
                  <a:srgbClr val="555555">
                    <a:alpha val="100000"/>
                  </a:srgbClr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1/2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1">
            <a:extLst>
              <a:ext uri="{FF2B5EF4-FFF2-40B4-BE49-F238E27FC236}">
                <a16:creationId xmlns:a16="http://schemas.microsoft.com/office/drawing/2014/main" id="{BB421EA3-9C61-6342-B3E4-350A33187011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33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7" name="Image 1" descr=" ">
            <a:extLst>
              <a:ext uri="{FF2B5EF4-FFF2-40B4-BE49-F238E27FC236}">
                <a16:creationId xmlns:a16="http://schemas.microsoft.com/office/drawing/2014/main" id="{9938F27A-FE5E-CA4A-B11D-CB8E17D3D4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90856" y="1352753"/>
            <a:ext cx="571515" cy="571444"/>
          </a:xfrm>
          <a:prstGeom prst="rect">
            <a:avLst/>
          </a:prstGeom>
        </p:spPr>
      </p:pic>
      <p:pic>
        <p:nvPicPr>
          <p:cNvPr id="38" name="Image 2" descr=" ">
            <a:extLst>
              <a:ext uri="{FF2B5EF4-FFF2-40B4-BE49-F238E27FC236}">
                <a16:creationId xmlns:a16="http://schemas.microsoft.com/office/drawing/2014/main" id="{1C38591A-BC30-EC45-B547-ABCD780B14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81635" y="1352753"/>
            <a:ext cx="571515" cy="571444"/>
          </a:xfrm>
          <a:prstGeom prst="rect">
            <a:avLst/>
          </a:prstGeom>
        </p:spPr>
      </p:pic>
      <p:pic>
        <p:nvPicPr>
          <p:cNvPr id="39" name="Image 3" descr=" ">
            <a:extLst>
              <a:ext uri="{FF2B5EF4-FFF2-40B4-BE49-F238E27FC236}">
                <a16:creationId xmlns:a16="http://schemas.microsoft.com/office/drawing/2014/main" id="{AE21CC6D-1D9A-F042-AA8C-6D2A5426CFC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2415" y="1352753"/>
            <a:ext cx="571515" cy="571444"/>
          </a:xfrm>
          <a:prstGeom prst="rect">
            <a:avLst/>
          </a:prstGeom>
        </p:spPr>
      </p:pic>
      <p:pic>
        <p:nvPicPr>
          <p:cNvPr id="40" name="Image 4" descr=" ">
            <a:extLst>
              <a:ext uri="{FF2B5EF4-FFF2-40B4-BE49-F238E27FC236}">
                <a16:creationId xmlns:a16="http://schemas.microsoft.com/office/drawing/2014/main" id="{30481932-0D56-024C-B1E4-EFD6CEFE45F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63194" y="1352753"/>
            <a:ext cx="571515" cy="571444"/>
          </a:xfrm>
          <a:prstGeom prst="rect">
            <a:avLst/>
          </a:prstGeom>
        </p:spPr>
      </p:pic>
      <p:pic>
        <p:nvPicPr>
          <p:cNvPr id="41" name="Image 5" descr=" ">
            <a:extLst>
              <a:ext uri="{FF2B5EF4-FFF2-40B4-BE49-F238E27FC236}">
                <a16:creationId xmlns:a16="http://schemas.microsoft.com/office/drawing/2014/main" id="{252FDE44-3DE2-C54D-83DE-404E1FB2F78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53974" y="1352753"/>
            <a:ext cx="571515" cy="57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8011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A4489C31-BD66-DC40-B47E-FF4742663484}"/>
              </a:ext>
            </a:extLst>
          </p:cNvPr>
          <p:cNvSpPr/>
          <p:nvPr/>
        </p:nvSpPr>
        <p:spPr>
          <a:xfrm>
            <a:off x="381011" y="1047410"/>
            <a:ext cx="11429978" cy="1485755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2471805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6" name="Text 2"/>
          <p:cNvSpPr/>
          <p:nvPr/>
        </p:nvSpPr>
        <p:spPr>
          <a:xfrm>
            <a:off x="2423618" y="2000389"/>
            <a:ext cx="693751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Smart Downloader</a:t>
            </a:r>
            <a:endParaRPr lang="en-US" sz="1000" dirty="0">
              <a:solidFill>
                <a:srgbClr val="555555"/>
              </a:solidFill>
            </a:endParaRPr>
          </a:p>
        </p:txBody>
      </p:sp>
      <p:sp>
        <p:nvSpPr>
          <p:cNvPr id="8" name="Shape 4"/>
          <p:cNvSpPr/>
          <p:nvPr/>
        </p:nvSpPr>
        <p:spPr>
          <a:xfrm>
            <a:off x="3772003" y="1047983"/>
            <a:ext cx="0" cy="5085853"/>
          </a:xfrm>
          <a:prstGeom prst="rect">
            <a:avLst/>
          </a:prstGeom>
          <a:noFill/>
          <a:ln/>
        </p:spPr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67E7D12F-F143-844B-B892-E77C976A9D89}"/>
              </a:ext>
            </a:extLst>
          </p:cNvPr>
          <p:cNvSpPr/>
          <p:nvPr/>
        </p:nvSpPr>
        <p:spPr>
          <a:xfrm>
            <a:off x="609617" y="2892478"/>
            <a:ext cx="1062892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Resource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9C65BBE1-E673-704F-8593-D0DA0764E7C4}"/>
              </a:ext>
            </a:extLst>
          </p:cNvPr>
          <p:cNvSpPr/>
          <p:nvPr/>
        </p:nvSpPr>
        <p:spPr>
          <a:xfrm>
            <a:off x="609617" y="1406723"/>
            <a:ext cx="922850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Service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A9D11806-CA8D-C044-87D6-EA7A151FE7BF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0D272755-45B9-5A40-90A2-699F513C8006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Game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21">
            <a:extLst>
              <a:ext uri="{FF2B5EF4-FFF2-40B4-BE49-F238E27FC236}">
                <a16:creationId xmlns:a16="http://schemas.microsoft.com/office/drawing/2014/main" id="{A5625C7E-2C22-6540-A26C-8B1B8DC8AD05}"/>
              </a:ext>
            </a:extLst>
          </p:cNvPr>
          <p:cNvSpPr/>
          <p:nvPr/>
        </p:nvSpPr>
        <p:spPr>
          <a:xfrm>
            <a:off x="11603566" y="501935"/>
            <a:ext cx="207758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ts val="1650"/>
              </a:lnSpc>
            </a:pPr>
            <a:r>
              <a:rPr lang="en-US" sz="1100" b="1" kern="0" spc="-10" dirty="0">
                <a:solidFill>
                  <a:srgbClr val="555555">
                    <a:alpha val="100000"/>
                  </a:srgbClr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2/2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26EC0F9E-D477-1640-AA66-8536C7D9D92B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34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Image 1" descr=" ">
            <a:extLst>
              <a:ext uri="{FF2B5EF4-FFF2-40B4-BE49-F238E27FC236}">
                <a16:creationId xmlns:a16="http://schemas.microsoft.com/office/drawing/2014/main" id="{0F4C3ABF-EB82-5544-80D2-23A5A38A8B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90856" y="1352753"/>
            <a:ext cx="571515" cy="57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0765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54FE3A80-5D52-C34F-BBB2-EC3B6107DF89}"/>
              </a:ext>
            </a:extLst>
          </p:cNvPr>
          <p:cNvSpPr/>
          <p:nvPr/>
        </p:nvSpPr>
        <p:spPr>
          <a:xfrm>
            <a:off x="381011" y="1047410"/>
            <a:ext cx="11429978" cy="1485755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2471805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6" name="Text 2"/>
          <p:cNvSpPr/>
          <p:nvPr/>
        </p:nvSpPr>
        <p:spPr>
          <a:xfrm>
            <a:off x="2452754" y="2000390"/>
            <a:ext cx="64771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CDN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46258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9" name="Text 4"/>
          <p:cNvSpPr/>
          <p:nvPr/>
        </p:nvSpPr>
        <p:spPr>
          <a:xfrm>
            <a:off x="4503067" y="2000389"/>
            <a:ext cx="528650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Image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Manager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2086032" y="2914700"/>
            <a:ext cx="1381163" cy="857166"/>
          </a:xfrm>
          <a:prstGeom prst="rect">
            <a:avLst/>
          </a:prstGeom>
          <a:noFill/>
          <a:ln/>
        </p:spPr>
      </p:sp>
      <p:sp>
        <p:nvSpPr>
          <p:cNvPr id="11" name="Shape 6"/>
          <p:cNvSpPr/>
          <p:nvPr/>
        </p:nvSpPr>
        <p:spPr>
          <a:xfrm>
            <a:off x="2471805" y="2914700"/>
            <a:ext cx="609617" cy="857166"/>
          </a:xfrm>
          <a:prstGeom prst="rect">
            <a:avLst/>
          </a:prstGeom>
          <a:noFill/>
          <a:ln/>
        </p:spPr>
      </p:sp>
      <p:sp>
        <p:nvSpPr>
          <p:cNvPr id="12" name="Shape 7"/>
          <p:cNvSpPr/>
          <p:nvPr/>
        </p:nvSpPr>
        <p:spPr>
          <a:xfrm>
            <a:off x="2471805" y="2914700"/>
            <a:ext cx="609617" cy="857166"/>
          </a:xfrm>
          <a:prstGeom prst="rect">
            <a:avLst/>
          </a:prstGeom>
          <a:noFill/>
          <a:ln/>
        </p:spPr>
      </p:sp>
      <p:sp>
        <p:nvSpPr>
          <p:cNvPr id="14" name="Text 8"/>
          <p:cNvSpPr/>
          <p:nvPr/>
        </p:nvSpPr>
        <p:spPr>
          <a:xfrm>
            <a:off x="2452754" y="3448048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Edge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Server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3772003" y="1047983"/>
            <a:ext cx="0" cy="5085853"/>
          </a:xfrm>
          <a:prstGeom prst="rect">
            <a:avLst/>
          </a:prstGeom>
          <a:noFill/>
          <a:ln/>
        </p:spPr>
      </p:sp>
      <p:pic>
        <p:nvPicPr>
          <p:cNvPr id="17" name="Image 4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2003" y="1047983"/>
            <a:ext cx="9526" cy="5085853"/>
          </a:xfrm>
          <a:prstGeom prst="rect">
            <a:avLst/>
          </a:prstGeom>
        </p:spPr>
      </p:pic>
      <p:sp>
        <p:nvSpPr>
          <p:cNvPr id="21" name="Text 0">
            <a:extLst>
              <a:ext uri="{FF2B5EF4-FFF2-40B4-BE49-F238E27FC236}">
                <a16:creationId xmlns:a16="http://schemas.microsoft.com/office/drawing/2014/main" id="{39C9343F-1116-2949-AFBF-9A39C44276BB}"/>
              </a:ext>
            </a:extLst>
          </p:cNvPr>
          <p:cNvSpPr/>
          <p:nvPr/>
        </p:nvSpPr>
        <p:spPr>
          <a:xfrm>
            <a:off x="609617" y="2892478"/>
            <a:ext cx="1062892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Resource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9D5FA0FF-20A4-2D45-9785-45F3F2054F51}"/>
              </a:ext>
            </a:extLst>
          </p:cNvPr>
          <p:cNvSpPr/>
          <p:nvPr/>
        </p:nvSpPr>
        <p:spPr>
          <a:xfrm>
            <a:off x="609617" y="1406723"/>
            <a:ext cx="922850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Service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D17D16C2-8186-CB47-8343-4A37F7159809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730F9A6F-3557-3A4C-A810-27043CEF0B79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Content Delivery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Image 3">
            <a:extLst>
              <a:ext uri="{FF2B5EF4-FFF2-40B4-BE49-F238E27FC236}">
                <a16:creationId xmlns:a16="http://schemas.microsoft.com/office/drawing/2014/main" id="{682F8B40-E6AC-9445-AC61-56A91077CC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8035" y="2914700"/>
            <a:ext cx="457155" cy="457155"/>
          </a:xfrm>
          <a:prstGeom prst="rect">
            <a:avLst/>
          </a:prstGeom>
        </p:spPr>
      </p:pic>
      <p:sp>
        <p:nvSpPr>
          <p:cNvPr id="27" name="Text 1">
            <a:extLst>
              <a:ext uri="{FF2B5EF4-FFF2-40B4-BE49-F238E27FC236}">
                <a16:creationId xmlns:a16="http://schemas.microsoft.com/office/drawing/2014/main" id="{490D2FDE-BD55-254D-8011-3F28AA8857AF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35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" name="Image 1" descr=" ">
            <a:extLst>
              <a:ext uri="{FF2B5EF4-FFF2-40B4-BE49-F238E27FC236}">
                <a16:creationId xmlns:a16="http://schemas.microsoft.com/office/drawing/2014/main" id="{98806E60-BADA-6949-9F76-DD6148FD51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90856" y="1352753"/>
            <a:ext cx="571515" cy="571444"/>
          </a:xfrm>
          <a:prstGeom prst="rect">
            <a:avLst/>
          </a:prstGeom>
        </p:spPr>
      </p:pic>
      <p:pic>
        <p:nvPicPr>
          <p:cNvPr id="29" name="Image 2" descr=" ">
            <a:extLst>
              <a:ext uri="{FF2B5EF4-FFF2-40B4-BE49-F238E27FC236}">
                <a16:creationId xmlns:a16="http://schemas.microsoft.com/office/drawing/2014/main" id="{A0F45253-861F-2744-B7E8-7B38EFFC374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81635" y="1352753"/>
            <a:ext cx="571515" cy="57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9976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BE301C1A-CEAD-4E49-9577-26254018DA3C}"/>
              </a:ext>
            </a:extLst>
          </p:cNvPr>
          <p:cNvSpPr/>
          <p:nvPr/>
        </p:nvSpPr>
        <p:spPr>
          <a:xfrm>
            <a:off x="381011" y="1047410"/>
            <a:ext cx="11429978" cy="1485755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2471805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6" name="Text 2"/>
          <p:cNvSpPr/>
          <p:nvPr/>
        </p:nvSpPr>
        <p:spPr>
          <a:xfrm>
            <a:off x="2452754" y="2000390"/>
            <a:ext cx="64771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Push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46258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9" name="Text 4"/>
          <p:cNvSpPr/>
          <p:nvPr/>
        </p:nvSpPr>
        <p:spPr>
          <a:xfrm>
            <a:off x="4624514" y="2000390"/>
            <a:ext cx="28575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SMS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645336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2" name="Text 6"/>
          <p:cNvSpPr/>
          <p:nvPr/>
        </p:nvSpPr>
        <p:spPr>
          <a:xfrm>
            <a:off x="6383610" y="2000389"/>
            <a:ext cx="749123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RCS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Bizmessage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8444143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5" name="Text 8"/>
          <p:cNvSpPr/>
          <p:nvPr/>
        </p:nvSpPr>
        <p:spPr>
          <a:xfrm>
            <a:off x="8587022" y="2000390"/>
            <a:ext cx="323859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Email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9"/>
          <p:cNvSpPr/>
          <p:nvPr/>
        </p:nvSpPr>
        <p:spPr>
          <a:xfrm>
            <a:off x="10434923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8" name="Text 10"/>
          <p:cNvSpPr/>
          <p:nvPr/>
        </p:nvSpPr>
        <p:spPr>
          <a:xfrm>
            <a:off x="10387978" y="2000389"/>
            <a:ext cx="703505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KakaoTalk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Bizmessage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3772003" y="1047983"/>
            <a:ext cx="6000915" cy="5085853"/>
          </a:xfrm>
          <a:prstGeom prst="rect">
            <a:avLst/>
          </a:prstGeom>
          <a:noFill/>
          <a:ln/>
        </p:spPr>
      </p:sp>
      <p:pic>
        <p:nvPicPr>
          <p:cNvPr id="21" name="Image 6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2003" y="1047983"/>
            <a:ext cx="9526" cy="5085853"/>
          </a:xfrm>
          <a:prstGeom prst="rect">
            <a:avLst/>
          </a:prstGeom>
        </p:spPr>
      </p:pic>
      <p:pic>
        <p:nvPicPr>
          <p:cNvPr id="22" name="Image 7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307" y="1047983"/>
            <a:ext cx="9526" cy="5085853"/>
          </a:xfrm>
          <a:prstGeom prst="rect">
            <a:avLst/>
          </a:prstGeom>
        </p:spPr>
      </p:pic>
      <p:pic>
        <p:nvPicPr>
          <p:cNvPr id="23" name="Image 8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612" y="1047983"/>
            <a:ext cx="9526" cy="5085853"/>
          </a:xfrm>
          <a:prstGeom prst="rect">
            <a:avLst/>
          </a:prstGeom>
        </p:spPr>
      </p:pic>
      <p:pic>
        <p:nvPicPr>
          <p:cNvPr id="24" name="Image 9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72917" y="1047983"/>
            <a:ext cx="9526" cy="5085853"/>
          </a:xfrm>
          <a:prstGeom prst="rect">
            <a:avLst/>
          </a:prstGeom>
        </p:spPr>
      </p:pic>
      <p:sp>
        <p:nvSpPr>
          <p:cNvPr id="28" name="Text 0">
            <a:extLst>
              <a:ext uri="{FF2B5EF4-FFF2-40B4-BE49-F238E27FC236}">
                <a16:creationId xmlns:a16="http://schemas.microsoft.com/office/drawing/2014/main" id="{E961D2B6-161E-3944-84F6-FD1CB8C23457}"/>
              </a:ext>
            </a:extLst>
          </p:cNvPr>
          <p:cNvSpPr/>
          <p:nvPr/>
        </p:nvSpPr>
        <p:spPr>
          <a:xfrm>
            <a:off x="609617" y="2892478"/>
            <a:ext cx="1062892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Resource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5B0ECE7B-1628-8B4B-B55E-31DE7FE6D5E8}"/>
              </a:ext>
            </a:extLst>
          </p:cNvPr>
          <p:cNvSpPr/>
          <p:nvPr/>
        </p:nvSpPr>
        <p:spPr>
          <a:xfrm>
            <a:off x="609617" y="1406723"/>
            <a:ext cx="922850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Service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ED90723E-D720-0447-A841-DDA32D7A1A0F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C4A45478-C3EA-5846-BDF1-58FE834DA336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Notification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6F36B69D-2F84-B145-AE44-89C8FC78EB81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36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4" name="Image 1" descr=" ">
            <a:extLst>
              <a:ext uri="{FF2B5EF4-FFF2-40B4-BE49-F238E27FC236}">
                <a16:creationId xmlns:a16="http://schemas.microsoft.com/office/drawing/2014/main" id="{AD32F78F-9E42-B04D-88A6-B38DE877B7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90856" y="1352753"/>
            <a:ext cx="571515" cy="571444"/>
          </a:xfrm>
          <a:prstGeom prst="rect">
            <a:avLst/>
          </a:prstGeom>
        </p:spPr>
      </p:pic>
      <p:pic>
        <p:nvPicPr>
          <p:cNvPr id="35" name="Image 2" descr=" ">
            <a:extLst>
              <a:ext uri="{FF2B5EF4-FFF2-40B4-BE49-F238E27FC236}">
                <a16:creationId xmlns:a16="http://schemas.microsoft.com/office/drawing/2014/main" id="{6473566B-E7EA-734E-ADEE-5FFD2613C6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81635" y="1352753"/>
            <a:ext cx="571515" cy="571444"/>
          </a:xfrm>
          <a:prstGeom prst="rect">
            <a:avLst/>
          </a:prstGeom>
        </p:spPr>
      </p:pic>
      <p:pic>
        <p:nvPicPr>
          <p:cNvPr id="36" name="Image 3" descr=" ">
            <a:extLst>
              <a:ext uri="{FF2B5EF4-FFF2-40B4-BE49-F238E27FC236}">
                <a16:creationId xmlns:a16="http://schemas.microsoft.com/office/drawing/2014/main" id="{42F1DA45-9A83-AC40-9241-09FD56E3DA1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2415" y="1352753"/>
            <a:ext cx="571515" cy="571444"/>
          </a:xfrm>
          <a:prstGeom prst="rect">
            <a:avLst/>
          </a:prstGeom>
        </p:spPr>
      </p:pic>
      <p:pic>
        <p:nvPicPr>
          <p:cNvPr id="37" name="Image 4" descr=" ">
            <a:extLst>
              <a:ext uri="{FF2B5EF4-FFF2-40B4-BE49-F238E27FC236}">
                <a16:creationId xmlns:a16="http://schemas.microsoft.com/office/drawing/2014/main" id="{2665EDD5-AC4C-724C-BEDC-7D7943C526E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63194" y="1352753"/>
            <a:ext cx="571515" cy="571444"/>
          </a:xfrm>
          <a:prstGeom prst="rect">
            <a:avLst/>
          </a:prstGeom>
        </p:spPr>
      </p:pic>
      <p:pic>
        <p:nvPicPr>
          <p:cNvPr id="38" name="Image 5" descr=" ">
            <a:extLst>
              <a:ext uri="{FF2B5EF4-FFF2-40B4-BE49-F238E27FC236}">
                <a16:creationId xmlns:a16="http://schemas.microsoft.com/office/drawing/2014/main" id="{924C2CC1-366F-624D-B360-AF1B97131E3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53974" y="1352753"/>
            <a:ext cx="571515" cy="571444"/>
          </a:xfrm>
          <a:prstGeom prst="rect">
            <a:avLst/>
          </a:prstGeom>
        </p:spPr>
      </p:pic>
      <p:sp>
        <p:nvSpPr>
          <p:cNvPr id="39" name="Text 121">
            <a:extLst>
              <a:ext uri="{FF2B5EF4-FFF2-40B4-BE49-F238E27FC236}">
                <a16:creationId xmlns:a16="http://schemas.microsoft.com/office/drawing/2014/main" id="{1C2679F7-9912-6E47-8A22-AB6E87A1E201}"/>
              </a:ext>
            </a:extLst>
          </p:cNvPr>
          <p:cNvSpPr/>
          <p:nvPr/>
        </p:nvSpPr>
        <p:spPr>
          <a:xfrm>
            <a:off x="11603566" y="501935"/>
            <a:ext cx="207758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ts val="1650"/>
              </a:lnSpc>
            </a:pPr>
            <a:r>
              <a:rPr lang="en-US" sz="1100" b="1" kern="0" spc="-10" dirty="0">
                <a:solidFill>
                  <a:srgbClr val="555555">
                    <a:alpha val="100000"/>
                  </a:srgbClr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1/2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08949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BE301C1A-CEAD-4E49-9577-26254018DA3C}"/>
              </a:ext>
            </a:extLst>
          </p:cNvPr>
          <p:cNvSpPr/>
          <p:nvPr/>
        </p:nvSpPr>
        <p:spPr>
          <a:xfrm>
            <a:off x="381011" y="1047410"/>
            <a:ext cx="11429978" cy="1485755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2471805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20" name="Shape 12"/>
          <p:cNvSpPr/>
          <p:nvPr/>
        </p:nvSpPr>
        <p:spPr>
          <a:xfrm>
            <a:off x="3772003" y="1047983"/>
            <a:ext cx="6000915" cy="5085853"/>
          </a:xfrm>
          <a:prstGeom prst="rect">
            <a:avLst/>
          </a:prstGeom>
          <a:noFill/>
          <a:ln/>
        </p:spPr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E961D2B6-161E-3944-84F6-FD1CB8C23457}"/>
              </a:ext>
            </a:extLst>
          </p:cNvPr>
          <p:cNvSpPr/>
          <p:nvPr/>
        </p:nvSpPr>
        <p:spPr>
          <a:xfrm>
            <a:off x="609617" y="2892478"/>
            <a:ext cx="1062892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Resource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5B0ECE7B-1628-8B4B-B55E-31DE7FE6D5E8}"/>
              </a:ext>
            </a:extLst>
          </p:cNvPr>
          <p:cNvSpPr/>
          <p:nvPr/>
        </p:nvSpPr>
        <p:spPr>
          <a:xfrm>
            <a:off x="609617" y="1406723"/>
            <a:ext cx="922850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Service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ED90723E-D720-0447-A841-DDA32D7A1A0F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C4A45478-C3EA-5846-BDF1-58FE834DA336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Notification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6F36B69D-2F84-B145-AE44-89C8FC78EB81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37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9" name="Image 1" descr=" ">
            <a:extLst>
              <a:ext uri="{FF2B5EF4-FFF2-40B4-BE49-F238E27FC236}">
                <a16:creationId xmlns:a16="http://schemas.microsoft.com/office/drawing/2014/main" id="{6057F9ED-7B7C-7948-8C89-B51C571F78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19431" y="1381325"/>
            <a:ext cx="514364" cy="514300"/>
          </a:xfrm>
          <a:prstGeom prst="rect">
            <a:avLst/>
          </a:prstGeom>
        </p:spPr>
      </p:pic>
      <p:sp>
        <p:nvSpPr>
          <p:cNvPr id="40" name="Text 3">
            <a:extLst>
              <a:ext uri="{FF2B5EF4-FFF2-40B4-BE49-F238E27FC236}">
                <a16:creationId xmlns:a16="http://schemas.microsoft.com/office/drawing/2014/main" id="{E43D69EC-5688-F746-925B-8814AA982FF2}"/>
              </a:ext>
            </a:extLst>
          </p:cNvPr>
          <p:cNvSpPr/>
          <p:nvPr/>
        </p:nvSpPr>
        <p:spPr>
          <a:xfrm>
            <a:off x="2452754" y="2000389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Notification Hub</a:t>
            </a:r>
            <a:endParaRPr lang="en-US" sz="1000" dirty="0">
              <a:solidFill>
                <a:srgbClr val="555555"/>
              </a:solidFill>
            </a:endParaRPr>
          </a:p>
        </p:txBody>
      </p:sp>
      <p:sp>
        <p:nvSpPr>
          <p:cNvPr id="41" name="Text 121">
            <a:extLst>
              <a:ext uri="{FF2B5EF4-FFF2-40B4-BE49-F238E27FC236}">
                <a16:creationId xmlns:a16="http://schemas.microsoft.com/office/drawing/2014/main" id="{8BAD323F-A1E2-374D-82D5-AE7179866632}"/>
              </a:ext>
            </a:extLst>
          </p:cNvPr>
          <p:cNvSpPr/>
          <p:nvPr/>
        </p:nvSpPr>
        <p:spPr>
          <a:xfrm>
            <a:off x="11603566" y="501935"/>
            <a:ext cx="207758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ts val="1650"/>
              </a:lnSpc>
            </a:pPr>
            <a:r>
              <a:rPr lang="en-US" altLang="ko-KR" sz="1100" b="1" kern="0" spc="-10" dirty="0">
                <a:solidFill>
                  <a:srgbClr val="555555">
                    <a:alpha val="100000"/>
                  </a:srgbClr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2/2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4313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5A3B59EA-8565-5544-A64C-5F351DF03D2D}"/>
              </a:ext>
            </a:extLst>
          </p:cNvPr>
          <p:cNvSpPr/>
          <p:nvPr/>
        </p:nvSpPr>
        <p:spPr>
          <a:xfrm>
            <a:off x="381011" y="1047410"/>
            <a:ext cx="11429978" cy="1485755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2471805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6" name="Text 2"/>
          <p:cNvSpPr/>
          <p:nvPr/>
        </p:nvSpPr>
        <p:spPr>
          <a:xfrm>
            <a:off x="2425766" y="2000389"/>
            <a:ext cx="693757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Face Recognition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46258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9" name="Text 4"/>
          <p:cNvSpPr/>
          <p:nvPr/>
        </p:nvSpPr>
        <p:spPr>
          <a:xfrm>
            <a:off x="4484018" y="1981341"/>
            <a:ext cx="576277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Face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Liveness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645336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2" name="Text 6"/>
          <p:cNvSpPr/>
          <p:nvPr/>
        </p:nvSpPr>
        <p:spPr>
          <a:xfrm>
            <a:off x="6467652" y="2000390"/>
            <a:ext cx="581041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AI Fashion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8444143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5" name="Text 8"/>
          <p:cNvSpPr/>
          <p:nvPr/>
        </p:nvSpPr>
        <p:spPr>
          <a:xfrm>
            <a:off x="8601311" y="2000390"/>
            <a:ext cx="295283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OCR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9"/>
          <p:cNvSpPr/>
          <p:nvPr/>
        </p:nvSpPr>
        <p:spPr>
          <a:xfrm>
            <a:off x="10434923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8" name="Text 10"/>
          <p:cNvSpPr/>
          <p:nvPr/>
        </p:nvSpPr>
        <p:spPr>
          <a:xfrm>
            <a:off x="10525413" y="2000389"/>
            <a:ext cx="428636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Text to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Speech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3772003" y="1047983"/>
            <a:ext cx="6000915" cy="5085853"/>
          </a:xfrm>
          <a:prstGeom prst="rect">
            <a:avLst/>
          </a:prstGeom>
          <a:noFill/>
          <a:ln/>
        </p:spPr>
      </p:sp>
      <p:pic>
        <p:nvPicPr>
          <p:cNvPr id="21" name="Image 6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2003" y="1047983"/>
            <a:ext cx="9526" cy="5085853"/>
          </a:xfrm>
          <a:prstGeom prst="rect">
            <a:avLst/>
          </a:prstGeom>
        </p:spPr>
      </p:pic>
      <p:pic>
        <p:nvPicPr>
          <p:cNvPr id="22" name="Image 7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307" y="1047983"/>
            <a:ext cx="9526" cy="5085853"/>
          </a:xfrm>
          <a:prstGeom prst="rect">
            <a:avLst/>
          </a:prstGeom>
        </p:spPr>
      </p:pic>
      <p:pic>
        <p:nvPicPr>
          <p:cNvPr id="23" name="Image 8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612" y="1047983"/>
            <a:ext cx="9526" cy="5085853"/>
          </a:xfrm>
          <a:prstGeom prst="rect">
            <a:avLst/>
          </a:prstGeom>
        </p:spPr>
      </p:pic>
      <p:pic>
        <p:nvPicPr>
          <p:cNvPr id="24" name="Image 9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72917" y="1047983"/>
            <a:ext cx="9526" cy="5085853"/>
          </a:xfrm>
          <a:prstGeom prst="rect">
            <a:avLst/>
          </a:prstGeom>
        </p:spPr>
      </p:pic>
      <p:sp>
        <p:nvSpPr>
          <p:cNvPr id="28" name="Text 0">
            <a:extLst>
              <a:ext uri="{FF2B5EF4-FFF2-40B4-BE49-F238E27FC236}">
                <a16:creationId xmlns:a16="http://schemas.microsoft.com/office/drawing/2014/main" id="{739C6163-AC30-0348-8658-D6F220259AC7}"/>
              </a:ext>
            </a:extLst>
          </p:cNvPr>
          <p:cNvSpPr/>
          <p:nvPr/>
        </p:nvSpPr>
        <p:spPr>
          <a:xfrm>
            <a:off x="609617" y="2892478"/>
            <a:ext cx="1062892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Resource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BC5CD1AA-EC0A-1743-A6F3-32AD711F144A}"/>
              </a:ext>
            </a:extLst>
          </p:cNvPr>
          <p:cNvSpPr/>
          <p:nvPr/>
        </p:nvSpPr>
        <p:spPr>
          <a:xfrm>
            <a:off x="609617" y="1406723"/>
            <a:ext cx="922850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Service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58B12FB9-C25F-984C-B176-067F8413E436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628AFF0C-9715-D247-8D59-2604038B8ED9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AI Service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121">
            <a:extLst>
              <a:ext uri="{FF2B5EF4-FFF2-40B4-BE49-F238E27FC236}">
                <a16:creationId xmlns:a16="http://schemas.microsoft.com/office/drawing/2014/main" id="{8232D1C6-6154-004F-AA4A-87EA2C0BAF8B}"/>
              </a:ext>
            </a:extLst>
          </p:cNvPr>
          <p:cNvSpPr/>
          <p:nvPr/>
        </p:nvSpPr>
        <p:spPr>
          <a:xfrm>
            <a:off x="11603566" y="501935"/>
            <a:ext cx="207758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ts val="1650"/>
              </a:lnSpc>
            </a:pPr>
            <a:r>
              <a:rPr lang="en-US" sz="1100" b="1" kern="0" spc="-10" dirty="0">
                <a:solidFill>
                  <a:srgbClr val="555555">
                    <a:alpha val="100000"/>
                  </a:srgbClr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1/2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15CBD0D0-1C56-E146-9B2C-9CD268EA7367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38</a:t>
            </a:r>
          </a:p>
        </p:txBody>
      </p:sp>
      <p:pic>
        <p:nvPicPr>
          <p:cNvPr id="35" name="Image 1" descr=" ">
            <a:extLst>
              <a:ext uri="{FF2B5EF4-FFF2-40B4-BE49-F238E27FC236}">
                <a16:creationId xmlns:a16="http://schemas.microsoft.com/office/drawing/2014/main" id="{F5999128-635B-CB4F-8F10-127449362E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90856" y="1352753"/>
            <a:ext cx="571515" cy="571444"/>
          </a:xfrm>
          <a:prstGeom prst="rect">
            <a:avLst/>
          </a:prstGeom>
        </p:spPr>
      </p:pic>
      <p:pic>
        <p:nvPicPr>
          <p:cNvPr id="36" name="Image 2" descr=" ">
            <a:extLst>
              <a:ext uri="{FF2B5EF4-FFF2-40B4-BE49-F238E27FC236}">
                <a16:creationId xmlns:a16="http://schemas.microsoft.com/office/drawing/2014/main" id="{195C0DBB-E645-5844-B16B-30145E9C93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81635" y="1352753"/>
            <a:ext cx="571515" cy="571444"/>
          </a:xfrm>
          <a:prstGeom prst="rect">
            <a:avLst/>
          </a:prstGeom>
        </p:spPr>
      </p:pic>
      <p:pic>
        <p:nvPicPr>
          <p:cNvPr id="37" name="Image 3" descr=" ">
            <a:extLst>
              <a:ext uri="{FF2B5EF4-FFF2-40B4-BE49-F238E27FC236}">
                <a16:creationId xmlns:a16="http://schemas.microsoft.com/office/drawing/2014/main" id="{67E74FBA-BD51-AB46-BBA6-1081F864149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2415" y="1352753"/>
            <a:ext cx="571515" cy="571444"/>
          </a:xfrm>
          <a:prstGeom prst="rect">
            <a:avLst/>
          </a:prstGeom>
        </p:spPr>
      </p:pic>
      <p:pic>
        <p:nvPicPr>
          <p:cNvPr id="38" name="Image 4" descr=" ">
            <a:extLst>
              <a:ext uri="{FF2B5EF4-FFF2-40B4-BE49-F238E27FC236}">
                <a16:creationId xmlns:a16="http://schemas.microsoft.com/office/drawing/2014/main" id="{3C5812AC-C8EF-A94C-A941-F20CBD8CA17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63194" y="1352753"/>
            <a:ext cx="571515" cy="571444"/>
          </a:xfrm>
          <a:prstGeom prst="rect">
            <a:avLst/>
          </a:prstGeom>
        </p:spPr>
      </p:pic>
      <p:pic>
        <p:nvPicPr>
          <p:cNvPr id="39" name="Image 5" descr=" ">
            <a:extLst>
              <a:ext uri="{FF2B5EF4-FFF2-40B4-BE49-F238E27FC236}">
                <a16:creationId xmlns:a16="http://schemas.microsoft.com/office/drawing/2014/main" id="{5FE364B0-7275-0C44-A003-5D7B90E093D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53974" y="1352753"/>
            <a:ext cx="571515" cy="57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595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61DF9AA2-789A-F94A-8079-E567CAA4F686}"/>
              </a:ext>
            </a:extLst>
          </p:cNvPr>
          <p:cNvSpPr/>
          <p:nvPr/>
        </p:nvSpPr>
        <p:spPr>
          <a:xfrm>
            <a:off x="381011" y="1047410"/>
            <a:ext cx="11429978" cy="1485755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2471805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6" name="Text 2"/>
          <p:cNvSpPr/>
          <p:nvPr/>
        </p:nvSpPr>
        <p:spPr>
          <a:xfrm>
            <a:off x="2452754" y="2000389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Speech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to Text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46258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9" name="Text 4"/>
          <p:cNvSpPr/>
          <p:nvPr/>
        </p:nvSpPr>
        <p:spPr>
          <a:xfrm>
            <a:off x="4462584" y="2000389"/>
            <a:ext cx="609617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Pose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Estimation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3772003" y="1047983"/>
            <a:ext cx="0" cy="5085853"/>
          </a:xfrm>
          <a:prstGeom prst="rect">
            <a:avLst/>
          </a:prstGeom>
          <a:noFill/>
          <a:ln/>
        </p:spPr>
      </p:sp>
      <p:pic>
        <p:nvPicPr>
          <p:cNvPr id="12" name="Image 3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2003" y="1047983"/>
            <a:ext cx="9526" cy="5085853"/>
          </a:xfrm>
          <a:prstGeom prst="rect">
            <a:avLst/>
          </a:prstGeom>
        </p:spPr>
      </p:pic>
      <p:sp>
        <p:nvSpPr>
          <p:cNvPr id="16" name="Text 0">
            <a:extLst>
              <a:ext uri="{FF2B5EF4-FFF2-40B4-BE49-F238E27FC236}">
                <a16:creationId xmlns:a16="http://schemas.microsoft.com/office/drawing/2014/main" id="{A24F2D3F-1A63-2D4E-BA5D-F178A0A7A23A}"/>
              </a:ext>
            </a:extLst>
          </p:cNvPr>
          <p:cNvSpPr/>
          <p:nvPr/>
        </p:nvSpPr>
        <p:spPr>
          <a:xfrm>
            <a:off x="609617" y="2892478"/>
            <a:ext cx="1062892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Resource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B3BF617E-4485-8E46-81AD-BB3411666DE6}"/>
              </a:ext>
            </a:extLst>
          </p:cNvPr>
          <p:cNvSpPr/>
          <p:nvPr/>
        </p:nvSpPr>
        <p:spPr>
          <a:xfrm>
            <a:off x="609617" y="1406723"/>
            <a:ext cx="922850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Service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A7FE62DD-2316-DB4D-BA25-C4E25774BB7E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F247A507-B6FE-0147-8864-C6BB49C6C7FD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AI Service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21">
            <a:extLst>
              <a:ext uri="{FF2B5EF4-FFF2-40B4-BE49-F238E27FC236}">
                <a16:creationId xmlns:a16="http://schemas.microsoft.com/office/drawing/2014/main" id="{C9CB2E6D-08A0-AA43-896A-5BE52DA17448}"/>
              </a:ext>
            </a:extLst>
          </p:cNvPr>
          <p:cNvSpPr/>
          <p:nvPr/>
        </p:nvSpPr>
        <p:spPr>
          <a:xfrm>
            <a:off x="11603566" y="501935"/>
            <a:ext cx="207758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ts val="1650"/>
              </a:lnSpc>
            </a:pPr>
            <a:r>
              <a:rPr lang="en-US" sz="1100" b="1" kern="0" spc="-10" dirty="0">
                <a:solidFill>
                  <a:srgbClr val="555555">
                    <a:alpha val="100000"/>
                  </a:srgbClr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2/2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DC1EC9EC-EEAF-4349-A4FB-48CE6D4DD90B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39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Image 1" descr=" ">
            <a:extLst>
              <a:ext uri="{FF2B5EF4-FFF2-40B4-BE49-F238E27FC236}">
                <a16:creationId xmlns:a16="http://schemas.microsoft.com/office/drawing/2014/main" id="{AC1AAEE1-B75B-C847-8B8C-699E349A22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90856" y="1352753"/>
            <a:ext cx="571515" cy="571444"/>
          </a:xfrm>
          <a:prstGeom prst="rect">
            <a:avLst/>
          </a:prstGeom>
        </p:spPr>
      </p:pic>
      <p:pic>
        <p:nvPicPr>
          <p:cNvPr id="24" name="Image 2" descr=" ">
            <a:extLst>
              <a:ext uri="{FF2B5EF4-FFF2-40B4-BE49-F238E27FC236}">
                <a16:creationId xmlns:a16="http://schemas.microsoft.com/office/drawing/2014/main" id="{E1E1032E-77C2-D44F-AD7A-06206619C1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81635" y="1352753"/>
            <a:ext cx="571515" cy="571444"/>
          </a:xfrm>
          <a:prstGeom prst="rect">
            <a:avLst/>
          </a:prstGeom>
        </p:spPr>
      </p:pic>
      <p:sp>
        <p:nvSpPr>
          <p:cNvPr id="27" name="Shape 5">
            <a:extLst>
              <a:ext uri="{FF2B5EF4-FFF2-40B4-BE49-F238E27FC236}">
                <a16:creationId xmlns:a16="http://schemas.microsoft.com/office/drawing/2014/main" id="{29CFFDA7-6A93-294C-9067-80A414340408}"/>
              </a:ext>
            </a:extLst>
          </p:cNvPr>
          <p:cNvSpPr/>
          <p:nvPr/>
        </p:nvSpPr>
        <p:spPr>
          <a:xfrm>
            <a:off x="645336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28" name="Shape 6">
            <a:extLst>
              <a:ext uri="{FF2B5EF4-FFF2-40B4-BE49-F238E27FC236}">
                <a16:creationId xmlns:a16="http://schemas.microsoft.com/office/drawing/2014/main" id="{FAE66341-56DE-AE4A-9A1B-E9B3D85C1CEB}"/>
              </a:ext>
            </a:extLst>
          </p:cNvPr>
          <p:cNvSpPr/>
          <p:nvPr/>
        </p:nvSpPr>
        <p:spPr>
          <a:xfrm>
            <a:off x="6472415" y="1352753"/>
            <a:ext cx="571515" cy="571444"/>
          </a:xfrm>
          <a:prstGeom prst="rect">
            <a:avLst/>
          </a:prstGeom>
          <a:noFill/>
          <a:ln/>
        </p:spPr>
      </p:sp>
      <p:pic>
        <p:nvPicPr>
          <p:cNvPr id="29" name="Image 3" descr=" ">
            <a:extLst>
              <a:ext uri="{FF2B5EF4-FFF2-40B4-BE49-F238E27FC236}">
                <a16:creationId xmlns:a16="http://schemas.microsoft.com/office/drawing/2014/main" id="{91EB6345-5301-9D49-B0EF-16725E3A947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86722" y="1467004"/>
            <a:ext cx="257178" cy="342848"/>
          </a:xfrm>
          <a:prstGeom prst="rect">
            <a:avLst/>
          </a:prstGeom>
        </p:spPr>
      </p:pic>
      <p:pic>
        <p:nvPicPr>
          <p:cNvPr id="30" name="Image 4" descr=" ">
            <a:extLst>
              <a:ext uri="{FF2B5EF4-FFF2-40B4-BE49-F238E27FC236}">
                <a16:creationId xmlns:a16="http://schemas.microsoft.com/office/drawing/2014/main" id="{B2C7BD81-7193-9D4A-AE87-0BD06AFC76A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00981" y="1381362"/>
            <a:ext cx="514364" cy="514300"/>
          </a:xfrm>
          <a:prstGeom prst="rect">
            <a:avLst/>
          </a:prstGeom>
        </p:spPr>
      </p:pic>
      <p:pic>
        <p:nvPicPr>
          <p:cNvPr id="31" name="Image 5" descr=" ">
            <a:extLst>
              <a:ext uri="{FF2B5EF4-FFF2-40B4-BE49-F238E27FC236}">
                <a16:creationId xmlns:a16="http://schemas.microsoft.com/office/drawing/2014/main" id="{A9C6697F-181B-6D47-B6B3-6AE71E71C00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815324" y="1667066"/>
            <a:ext cx="228606" cy="257150"/>
          </a:xfrm>
          <a:prstGeom prst="rect">
            <a:avLst/>
          </a:prstGeom>
        </p:spPr>
      </p:pic>
      <p:sp>
        <p:nvSpPr>
          <p:cNvPr id="32" name="Text 7">
            <a:extLst>
              <a:ext uri="{FF2B5EF4-FFF2-40B4-BE49-F238E27FC236}">
                <a16:creationId xmlns:a16="http://schemas.microsoft.com/office/drawing/2014/main" id="{8F792AF9-174D-6D44-8DF1-BCD1D1C6E7E1}"/>
              </a:ext>
            </a:extLst>
          </p:cNvPr>
          <p:cNvSpPr/>
          <p:nvPr/>
        </p:nvSpPr>
        <p:spPr>
          <a:xfrm>
            <a:off x="6481939" y="2000389"/>
            <a:ext cx="547700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Face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Liveness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3" name="Image 7" descr=" ">
            <a:extLst>
              <a:ext uri="{FF2B5EF4-FFF2-40B4-BE49-F238E27FC236}">
                <a16:creationId xmlns:a16="http://schemas.microsoft.com/office/drawing/2014/main" id="{9B734866-2696-8342-82C7-AA4A211E9F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307" y="1047983"/>
            <a:ext cx="9526" cy="508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691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F0CAF70B-C727-9E49-98AA-A820151ABDC2}"/>
              </a:ext>
            </a:extLst>
          </p:cNvPr>
          <p:cNvSpPr/>
          <p:nvPr/>
        </p:nvSpPr>
        <p:spPr>
          <a:xfrm>
            <a:off x="381011" y="1047410"/>
            <a:ext cx="11429978" cy="1485755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2471805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6" name="Text 2"/>
          <p:cNvSpPr/>
          <p:nvPr/>
        </p:nvSpPr>
        <p:spPr>
          <a:xfrm>
            <a:off x="2356754" y="2000389"/>
            <a:ext cx="839717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333333">
                    <a:alpha val="100000"/>
                  </a:srgbClr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Deep Learning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333333">
                    <a:alpha val="100000"/>
                  </a:srgbClr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Instance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46258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9" name="Text 4"/>
          <p:cNvSpPr/>
          <p:nvPr/>
        </p:nvSpPr>
        <p:spPr>
          <a:xfrm>
            <a:off x="4417340" y="2000389"/>
            <a:ext cx="700104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333333">
                    <a:alpha val="100000"/>
                  </a:srgbClr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AI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333333">
                    <a:alpha val="100000"/>
                  </a:srgbClr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Easymaker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3772003" y="1047983"/>
            <a:ext cx="0" cy="5085853"/>
          </a:xfrm>
          <a:prstGeom prst="rect">
            <a:avLst/>
          </a:prstGeom>
          <a:noFill/>
          <a:ln/>
        </p:spPr>
      </p:sp>
      <p:pic>
        <p:nvPicPr>
          <p:cNvPr id="12" name="Image 3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2003" y="1047983"/>
            <a:ext cx="9526" cy="5085853"/>
          </a:xfrm>
          <a:prstGeom prst="rect">
            <a:avLst/>
          </a:prstGeom>
        </p:spPr>
      </p:pic>
      <p:sp>
        <p:nvSpPr>
          <p:cNvPr id="16" name="Text 0">
            <a:extLst>
              <a:ext uri="{FF2B5EF4-FFF2-40B4-BE49-F238E27FC236}">
                <a16:creationId xmlns:a16="http://schemas.microsoft.com/office/drawing/2014/main" id="{2C760101-81A5-8C47-9C59-68CFFD877940}"/>
              </a:ext>
            </a:extLst>
          </p:cNvPr>
          <p:cNvSpPr/>
          <p:nvPr/>
        </p:nvSpPr>
        <p:spPr>
          <a:xfrm>
            <a:off x="609617" y="2892478"/>
            <a:ext cx="1062892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Resource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6A8CDA27-A95B-AE41-B9E5-DAEBEF793836}"/>
              </a:ext>
            </a:extLst>
          </p:cNvPr>
          <p:cNvSpPr/>
          <p:nvPr/>
        </p:nvSpPr>
        <p:spPr>
          <a:xfrm>
            <a:off x="609617" y="1406723"/>
            <a:ext cx="922850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Service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8A36EF71-5BC7-874C-99D3-5797BD3B891C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CB6C5FE6-B924-4E45-B3A6-920FDF4A6144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Machine Learning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7849177D-D5E0-A245-9A4D-CA0FC85660C2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40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Image 1" descr=" ">
            <a:extLst>
              <a:ext uri="{FF2B5EF4-FFF2-40B4-BE49-F238E27FC236}">
                <a16:creationId xmlns:a16="http://schemas.microsoft.com/office/drawing/2014/main" id="{350BC1FC-439A-9C46-832A-213EEAAB44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90856" y="1352753"/>
            <a:ext cx="571515" cy="571444"/>
          </a:xfrm>
          <a:prstGeom prst="rect">
            <a:avLst/>
          </a:prstGeom>
        </p:spPr>
      </p:pic>
      <p:pic>
        <p:nvPicPr>
          <p:cNvPr id="23" name="Image 2" descr=" ">
            <a:extLst>
              <a:ext uri="{FF2B5EF4-FFF2-40B4-BE49-F238E27FC236}">
                <a16:creationId xmlns:a16="http://schemas.microsoft.com/office/drawing/2014/main" id="{E87E9085-4260-9A4F-B37E-68D65F5FBB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81635" y="1352753"/>
            <a:ext cx="571515" cy="571444"/>
          </a:xfrm>
          <a:prstGeom prst="rect">
            <a:avLst/>
          </a:prstGeom>
        </p:spPr>
      </p:pic>
      <p:sp>
        <p:nvSpPr>
          <p:cNvPr id="15" name="Shape 19">
            <a:extLst>
              <a:ext uri="{FF2B5EF4-FFF2-40B4-BE49-F238E27FC236}">
                <a16:creationId xmlns:a16="http://schemas.microsoft.com/office/drawing/2014/main" id="{24030BEE-3606-EABB-CE23-64E05E46912F}"/>
              </a:ext>
            </a:extLst>
          </p:cNvPr>
          <p:cNvSpPr/>
          <p:nvPr/>
        </p:nvSpPr>
        <p:spPr>
          <a:xfrm>
            <a:off x="4086165" y="2914700"/>
            <a:ext cx="1381163" cy="1981007"/>
          </a:xfrm>
          <a:prstGeom prst="rect">
            <a:avLst/>
          </a:prstGeom>
          <a:noFill/>
          <a:ln/>
        </p:spPr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F2BDA012-8666-975F-8ACF-4ABA01F6B2DB}"/>
              </a:ext>
            </a:extLst>
          </p:cNvPr>
          <p:cNvSpPr/>
          <p:nvPr/>
        </p:nvSpPr>
        <p:spPr>
          <a:xfrm>
            <a:off x="4090928" y="2914700"/>
            <a:ext cx="609617" cy="1981007"/>
          </a:xfrm>
          <a:prstGeom prst="rect">
            <a:avLst/>
          </a:prstGeom>
          <a:noFill/>
          <a:ln/>
        </p:spPr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EB783DB0-D726-E68C-7F16-59E734463B93}"/>
              </a:ext>
            </a:extLst>
          </p:cNvPr>
          <p:cNvSpPr/>
          <p:nvPr/>
        </p:nvSpPr>
        <p:spPr>
          <a:xfrm>
            <a:off x="4090928" y="2914700"/>
            <a:ext cx="609617" cy="857166"/>
          </a:xfrm>
          <a:prstGeom prst="rect">
            <a:avLst/>
          </a:prstGeom>
          <a:noFill/>
          <a:ln/>
        </p:spPr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C50E1F95-1B0D-34EA-EBC7-E4D04FFA04A3}"/>
              </a:ext>
            </a:extLst>
          </p:cNvPr>
          <p:cNvSpPr/>
          <p:nvPr/>
        </p:nvSpPr>
        <p:spPr>
          <a:xfrm>
            <a:off x="4071877" y="3448048"/>
            <a:ext cx="648000" cy="2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Notebook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0CE53C81-AC7D-CA83-C835-83AEFE999F93}"/>
              </a:ext>
            </a:extLst>
          </p:cNvPr>
          <p:cNvSpPr/>
          <p:nvPr/>
        </p:nvSpPr>
        <p:spPr>
          <a:xfrm>
            <a:off x="4090928" y="4038541"/>
            <a:ext cx="609617" cy="857166"/>
          </a:xfrm>
          <a:prstGeom prst="rect">
            <a:avLst/>
          </a:prstGeom>
          <a:noFill/>
          <a:ln/>
        </p:spPr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6F1BE7DA-CEDE-BB5E-2CBC-2B97A5299710}"/>
              </a:ext>
            </a:extLst>
          </p:cNvPr>
          <p:cNvSpPr/>
          <p:nvPr/>
        </p:nvSpPr>
        <p:spPr>
          <a:xfrm>
            <a:off x="4071877" y="4571888"/>
            <a:ext cx="648000" cy="2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Training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FEC0B190-C954-BED7-C4E9-84A735DB8CDC}"/>
              </a:ext>
            </a:extLst>
          </p:cNvPr>
          <p:cNvSpPr/>
          <p:nvPr/>
        </p:nvSpPr>
        <p:spPr>
          <a:xfrm>
            <a:off x="4852949" y="2914700"/>
            <a:ext cx="609617" cy="1981007"/>
          </a:xfrm>
          <a:prstGeom prst="rect">
            <a:avLst/>
          </a:prstGeom>
          <a:noFill/>
          <a:ln/>
        </p:spPr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78E28D18-EAA3-6DDD-F427-B27827F9F081}"/>
              </a:ext>
            </a:extLst>
          </p:cNvPr>
          <p:cNvSpPr/>
          <p:nvPr/>
        </p:nvSpPr>
        <p:spPr>
          <a:xfrm>
            <a:off x="4852949" y="2914700"/>
            <a:ext cx="609617" cy="857166"/>
          </a:xfrm>
          <a:prstGeom prst="rect">
            <a:avLst/>
          </a:prstGeom>
          <a:noFill/>
          <a:ln/>
        </p:spPr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B519FB5D-605A-AF9B-BC14-13F72B9B1280}"/>
              </a:ext>
            </a:extLst>
          </p:cNvPr>
          <p:cNvSpPr/>
          <p:nvPr/>
        </p:nvSpPr>
        <p:spPr>
          <a:xfrm>
            <a:off x="4833898" y="3448048"/>
            <a:ext cx="648000" cy="2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Model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DC45EE42-BADE-C7B9-CE28-8DF671388A55}"/>
              </a:ext>
            </a:extLst>
          </p:cNvPr>
          <p:cNvSpPr/>
          <p:nvPr/>
        </p:nvSpPr>
        <p:spPr>
          <a:xfrm>
            <a:off x="4852949" y="4038541"/>
            <a:ext cx="609617" cy="857166"/>
          </a:xfrm>
          <a:prstGeom prst="rect">
            <a:avLst/>
          </a:prstGeom>
          <a:noFill/>
          <a:ln/>
        </p:spPr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8609F0C7-101F-1AEC-4C77-510D72412F4E}"/>
              </a:ext>
            </a:extLst>
          </p:cNvPr>
          <p:cNvSpPr/>
          <p:nvPr/>
        </p:nvSpPr>
        <p:spPr>
          <a:xfrm>
            <a:off x="4833898" y="4571888"/>
            <a:ext cx="648000" cy="2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Inference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3" name="Image 8">
            <a:extLst>
              <a:ext uri="{FF2B5EF4-FFF2-40B4-BE49-F238E27FC236}">
                <a16:creationId xmlns:a16="http://schemas.microsoft.com/office/drawing/2014/main" id="{554E9A40-6E3B-F42B-D691-D0E4D6C01C7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67158" y="2914700"/>
            <a:ext cx="457155" cy="457155"/>
          </a:xfrm>
          <a:prstGeom prst="rect">
            <a:avLst/>
          </a:prstGeom>
        </p:spPr>
      </p:pic>
      <p:pic>
        <p:nvPicPr>
          <p:cNvPr id="44" name="Image 9">
            <a:extLst>
              <a:ext uri="{FF2B5EF4-FFF2-40B4-BE49-F238E27FC236}">
                <a16:creationId xmlns:a16="http://schemas.microsoft.com/office/drawing/2014/main" id="{455494E6-F7F9-4D85-5AB8-52A49069AEA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67158" y="4038541"/>
            <a:ext cx="457155" cy="457155"/>
          </a:xfrm>
          <a:prstGeom prst="rect">
            <a:avLst/>
          </a:prstGeom>
        </p:spPr>
      </p:pic>
      <p:pic>
        <p:nvPicPr>
          <p:cNvPr id="45" name="Image 10">
            <a:extLst>
              <a:ext uri="{FF2B5EF4-FFF2-40B4-BE49-F238E27FC236}">
                <a16:creationId xmlns:a16="http://schemas.microsoft.com/office/drawing/2014/main" id="{3963FE15-8AA5-7FA8-1468-F312CF9E458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29179" y="2914700"/>
            <a:ext cx="457155" cy="457155"/>
          </a:xfrm>
          <a:prstGeom prst="rect">
            <a:avLst/>
          </a:prstGeom>
        </p:spPr>
      </p:pic>
      <p:pic>
        <p:nvPicPr>
          <p:cNvPr id="46" name="Image 11">
            <a:extLst>
              <a:ext uri="{FF2B5EF4-FFF2-40B4-BE49-F238E27FC236}">
                <a16:creationId xmlns:a16="http://schemas.microsoft.com/office/drawing/2014/main" id="{3100295A-F340-B832-6916-652A5B50D24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29179" y="4038541"/>
            <a:ext cx="457155" cy="457155"/>
          </a:xfrm>
          <a:prstGeom prst="rect">
            <a:avLst/>
          </a:prstGeom>
        </p:spPr>
      </p:pic>
      <p:sp>
        <p:nvSpPr>
          <p:cNvPr id="58" name="Shape 23">
            <a:extLst>
              <a:ext uri="{FF2B5EF4-FFF2-40B4-BE49-F238E27FC236}">
                <a16:creationId xmlns:a16="http://schemas.microsoft.com/office/drawing/2014/main" id="{84204DF8-5E87-864F-8163-87FFC82321BC}"/>
              </a:ext>
            </a:extLst>
          </p:cNvPr>
          <p:cNvSpPr/>
          <p:nvPr/>
        </p:nvSpPr>
        <p:spPr>
          <a:xfrm>
            <a:off x="4090928" y="5163956"/>
            <a:ext cx="609617" cy="857166"/>
          </a:xfrm>
          <a:prstGeom prst="rect">
            <a:avLst/>
          </a:prstGeom>
          <a:noFill/>
          <a:ln/>
        </p:spPr>
      </p:sp>
      <p:sp>
        <p:nvSpPr>
          <p:cNvPr id="59" name="Text 24">
            <a:extLst>
              <a:ext uri="{FF2B5EF4-FFF2-40B4-BE49-F238E27FC236}">
                <a16:creationId xmlns:a16="http://schemas.microsoft.com/office/drawing/2014/main" id="{CBE740AE-C34A-E3D9-A507-863E04AC9BFE}"/>
              </a:ext>
            </a:extLst>
          </p:cNvPr>
          <p:cNvSpPr/>
          <p:nvPr/>
        </p:nvSpPr>
        <p:spPr>
          <a:xfrm>
            <a:off x="4071877" y="5697303"/>
            <a:ext cx="648000" cy="2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Pipeline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Shape 28">
            <a:extLst>
              <a:ext uri="{FF2B5EF4-FFF2-40B4-BE49-F238E27FC236}">
                <a16:creationId xmlns:a16="http://schemas.microsoft.com/office/drawing/2014/main" id="{4C781534-8C75-F63E-6F38-CC2A2BD09F96}"/>
              </a:ext>
            </a:extLst>
          </p:cNvPr>
          <p:cNvSpPr/>
          <p:nvPr/>
        </p:nvSpPr>
        <p:spPr>
          <a:xfrm>
            <a:off x="4852949" y="5163956"/>
            <a:ext cx="609617" cy="857166"/>
          </a:xfrm>
          <a:prstGeom prst="rect">
            <a:avLst/>
          </a:prstGeom>
          <a:noFill/>
          <a:ln/>
        </p:spPr>
      </p:sp>
      <p:pic>
        <p:nvPicPr>
          <p:cNvPr id="62" name="Image 9">
            <a:extLst>
              <a:ext uri="{FF2B5EF4-FFF2-40B4-BE49-F238E27FC236}">
                <a16:creationId xmlns:a16="http://schemas.microsoft.com/office/drawing/2014/main" id="{F85EF19D-83F8-A895-CD02-400ACC6F05B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67158" y="5163956"/>
            <a:ext cx="457155" cy="45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9603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BA80295D-3E31-6D4F-BEE0-EE2C7FD29385}"/>
              </a:ext>
            </a:extLst>
          </p:cNvPr>
          <p:cNvSpPr/>
          <p:nvPr/>
        </p:nvSpPr>
        <p:spPr>
          <a:xfrm>
            <a:off x="381011" y="1047410"/>
            <a:ext cx="11429978" cy="1485755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2471805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6" name="Text 2"/>
          <p:cNvSpPr/>
          <p:nvPr/>
        </p:nvSpPr>
        <p:spPr>
          <a:xfrm>
            <a:off x="2452754" y="2000390"/>
            <a:ext cx="64771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Maps</a:t>
            </a:r>
            <a:endParaRPr lang="en-US" sz="1000" dirty="0">
              <a:solidFill>
                <a:srgbClr val="555555"/>
              </a:solidFill>
            </a:endParaRPr>
          </a:p>
        </p:txBody>
      </p:sp>
      <p:sp>
        <p:nvSpPr>
          <p:cNvPr id="7" name="Shape 3"/>
          <p:cNvSpPr/>
          <p:nvPr/>
        </p:nvSpPr>
        <p:spPr>
          <a:xfrm>
            <a:off x="446258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9" name="Text 4"/>
          <p:cNvSpPr/>
          <p:nvPr/>
        </p:nvSpPr>
        <p:spPr>
          <a:xfrm>
            <a:off x="4591175" y="1981342"/>
            <a:ext cx="352435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ROLE</a:t>
            </a:r>
            <a:endParaRPr lang="en-US" sz="1000" dirty="0">
              <a:solidFill>
                <a:srgbClr val="555555"/>
              </a:solidFill>
            </a:endParaRPr>
          </a:p>
        </p:txBody>
      </p:sp>
      <p:sp>
        <p:nvSpPr>
          <p:cNvPr id="10" name="Shape 5"/>
          <p:cNvSpPr/>
          <p:nvPr/>
        </p:nvSpPr>
        <p:spPr>
          <a:xfrm>
            <a:off x="645336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2" name="Text 6"/>
          <p:cNvSpPr/>
          <p:nvPr/>
        </p:nvSpPr>
        <p:spPr>
          <a:xfrm>
            <a:off x="6410500" y="2000390"/>
            <a:ext cx="695344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API Gateway</a:t>
            </a:r>
            <a:endParaRPr lang="en-US" sz="1000" dirty="0">
              <a:solidFill>
                <a:srgbClr val="555555"/>
              </a:solidFill>
            </a:endParaRPr>
          </a:p>
        </p:txBody>
      </p:sp>
      <p:sp>
        <p:nvSpPr>
          <p:cNvPr id="13" name="Shape 7"/>
          <p:cNvSpPr/>
          <p:nvPr/>
        </p:nvSpPr>
        <p:spPr>
          <a:xfrm>
            <a:off x="8444143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5" name="Text 8"/>
          <p:cNvSpPr/>
          <p:nvPr/>
        </p:nvSpPr>
        <p:spPr>
          <a:xfrm>
            <a:off x="8572735" y="2000390"/>
            <a:ext cx="352435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RTCS</a:t>
            </a:r>
            <a:endParaRPr lang="en-US" sz="1000" dirty="0">
              <a:solidFill>
                <a:srgbClr val="555555"/>
              </a:solidFill>
            </a:endParaRPr>
          </a:p>
        </p:txBody>
      </p:sp>
      <p:sp>
        <p:nvSpPr>
          <p:cNvPr id="16" name="Shape 9"/>
          <p:cNvSpPr/>
          <p:nvPr/>
        </p:nvSpPr>
        <p:spPr>
          <a:xfrm>
            <a:off x="10434923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8" name="Text 10"/>
          <p:cNvSpPr/>
          <p:nvPr/>
        </p:nvSpPr>
        <p:spPr>
          <a:xfrm>
            <a:off x="10473024" y="2000390"/>
            <a:ext cx="571516" cy="180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ShortURL</a:t>
            </a:r>
            <a:endParaRPr lang="en-US" sz="1000" dirty="0">
              <a:solidFill>
                <a:srgbClr val="555555"/>
              </a:solidFill>
            </a:endParaRPr>
          </a:p>
        </p:txBody>
      </p:sp>
      <p:sp>
        <p:nvSpPr>
          <p:cNvPr id="20" name="Shape 12"/>
          <p:cNvSpPr/>
          <p:nvPr/>
        </p:nvSpPr>
        <p:spPr>
          <a:xfrm>
            <a:off x="3772003" y="1047983"/>
            <a:ext cx="6000915" cy="5085853"/>
          </a:xfrm>
          <a:prstGeom prst="rect">
            <a:avLst/>
          </a:prstGeom>
          <a:noFill/>
          <a:ln/>
        </p:spPr>
      </p:sp>
      <p:pic>
        <p:nvPicPr>
          <p:cNvPr id="21" name="Image 6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2003" y="1047983"/>
            <a:ext cx="9526" cy="5085853"/>
          </a:xfrm>
          <a:prstGeom prst="rect">
            <a:avLst/>
          </a:prstGeom>
        </p:spPr>
      </p:pic>
      <p:pic>
        <p:nvPicPr>
          <p:cNvPr id="22" name="Image 7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307" y="1047983"/>
            <a:ext cx="9526" cy="5085853"/>
          </a:xfrm>
          <a:prstGeom prst="rect">
            <a:avLst/>
          </a:prstGeom>
        </p:spPr>
      </p:pic>
      <p:pic>
        <p:nvPicPr>
          <p:cNvPr id="23" name="Image 8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612" y="1047983"/>
            <a:ext cx="9526" cy="5085853"/>
          </a:xfrm>
          <a:prstGeom prst="rect">
            <a:avLst/>
          </a:prstGeom>
        </p:spPr>
      </p:pic>
      <p:pic>
        <p:nvPicPr>
          <p:cNvPr id="24" name="Image 9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72917" y="1047983"/>
            <a:ext cx="9526" cy="5085853"/>
          </a:xfrm>
          <a:prstGeom prst="rect">
            <a:avLst/>
          </a:prstGeom>
        </p:spPr>
      </p:pic>
      <p:sp>
        <p:nvSpPr>
          <p:cNvPr id="28" name="Text 0">
            <a:extLst>
              <a:ext uri="{FF2B5EF4-FFF2-40B4-BE49-F238E27FC236}">
                <a16:creationId xmlns:a16="http://schemas.microsoft.com/office/drawing/2014/main" id="{B645C4D6-217C-D247-8ED3-A3D1998D9565}"/>
              </a:ext>
            </a:extLst>
          </p:cNvPr>
          <p:cNvSpPr/>
          <p:nvPr/>
        </p:nvSpPr>
        <p:spPr>
          <a:xfrm>
            <a:off x="609617" y="2892478"/>
            <a:ext cx="1062892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Resource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399C2C9B-2C1D-8641-9CD7-D2725906E682}"/>
              </a:ext>
            </a:extLst>
          </p:cNvPr>
          <p:cNvSpPr/>
          <p:nvPr/>
        </p:nvSpPr>
        <p:spPr>
          <a:xfrm>
            <a:off x="609617" y="1406723"/>
            <a:ext cx="922850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Service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633B67A6-D71F-5B43-B1F2-B431E756D4FA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6DBB72C6-F3CE-1543-87F6-AAD5D17EFF3C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Application Service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121">
            <a:extLst>
              <a:ext uri="{FF2B5EF4-FFF2-40B4-BE49-F238E27FC236}">
                <a16:creationId xmlns:a16="http://schemas.microsoft.com/office/drawing/2014/main" id="{1DD1B290-4C80-9743-8B88-09F070CD5F8E}"/>
              </a:ext>
            </a:extLst>
          </p:cNvPr>
          <p:cNvSpPr/>
          <p:nvPr/>
        </p:nvSpPr>
        <p:spPr>
          <a:xfrm>
            <a:off x="11603566" y="501935"/>
            <a:ext cx="207758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ts val="1650"/>
              </a:lnSpc>
            </a:pPr>
            <a:r>
              <a:rPr lang="en-US" sz="1100" b="1" kern="0" spc="-10" dirty="0">
                <a:solidFill>
                  <a:srgbClr val="555555">
                    <a:alpha val="100000"/>
                  </a:srgbClr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1/2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1E66A2FB-4A0C-4B46-9912-1B11513B1798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41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" name="Image 1" descr=" ">
            <a:extLst>
              <a:ext uri="{FF2B5EF4-FFF2-40B4-BE49-F238E27FC236}">
                <a16:creationId xmlns:a16="http://schemas.microsoft.com/office/drawing/2014/main" id="{2C02EB8A-E8E0-B848-B66D-68CFF0D5E4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90856" y="1352753"/>
            <a:ext cx="571515" cy="571444"/>
          </a:xfrm>
          <a:prstGeom prst="rect">
            <a:avLst/>
          </a:prstGeom>
        </p:spPr>
      </p:pic>
      <p:pic>
        <p:nvPicPr>
          <p:cNvPr id="37" name="Image 2" descr=" ">
            <a:extLst>
              <a:ext uri="{FF2B5EF4-FFF2-40B4-BE49-F238E27FC236}">
                <a16:creationId xmlns:a16="http://schemas.microsoft.com/office/drawing/2014/main" id="{509E09B6-B3C7-484E-8FF3-3327182219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81635" y="1352753"/>
            <a:ext cx="571515" cy="571444"/>
          </a:xfrm>
          <a:prstGeom prst="rect">
            <a:avLst/>
          </a:prstGeom>
        </p:spPr>
      </p:pic>
      <p:pic>
        <p:nvPicPr>
          <p:cNvPr id="38" name="Image 3" descr=" ">
            <a:extLst>
              <a:ext uri="{FF2B5EF4-FFF2-40B4-BE49-F238E27FC236}">
                <a16:creationId xmlns:a16="http://schemas.microsoft.com/office/drawing/2014/main" id="{5D276B8C-C131-0140-B664-D9EC355A185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2415" y="1352753"/>
            <a:ext cx="571515" cy="571444"/>
          </a:xfrm>
          <a:prstGeom prst="rect">
            <a:avLst/>
          </a:prstGeom>
        </p:spPr>
      </p:pic>
      <p:pic>
        <p:nvPicPr>
          <p:cNvPr id="39" name="Image 4" descr=" ">
            <a:extLst>
              <a:ext uri="{FF2B5EF4-FFF2-40B4-BE49-F238E27FC236}">
                <a16:creationId xmlns:a16="http://schemas.microsoft.com/office/drawing/2014/main" id="{1A24BBBF-B361-B540-B913-73C4CA77180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63194" y="1352753"/>
            <a:ext cx="571515" cy="571444"/>
          </a:xfrm>
          <a:prstGeom prst="rect">
            <a:avLst/>
          </a:prstGeom>
        </p:spPr>
      </p:pic>
      <p:pic>
        <p:nvPicPr>
          <p:cNvPr id="40" name="Image 5" descr=" ">
            <a:extLst>
              <a:ext uri="{FF2B5EF4-FFF2-40B4-BE49-F238E27FC236}">
                <a16:creationId xmlns:a16="http://schemas.microsoft.com/office/drawing/2014/main" id="{27C8AE34-EAB1-9143-9EC2-D0083078C3A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53974" y="1352753"/>
            <a:ext cx="571515" cy="57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8025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0931C45C-648B-7E48-A683-8B0B6144166F}"/>
              </a:ext>
            </a:extLst>
          </p:cNvPr>
          <p:cNvSpPr/>
          <p:nvPr/>
        </p:nvSpPr>
        <p:spPr>
          <a:xfrm>
            <a:off x="381011" y="1047410"/>
            <a:ext cx="11429978" cy="1485755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2471805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6" name="Text 2"/>
          <p:cNvSpPr/>
          <p:nvPr/>
        </p:nvSpPr>
        <p:spPr>
          <a:xfrm>
            <a:off x="2452754" y="2000389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JEUS Instance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46258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9" name="Text 4"/>
          <p:cNvSpPr/>
          <p:nvPr/>
        </p:nvSpPr>
        <p:spPr>
          <a:xfrm>
            <a:off x="4496057" y="1981341"/>
            <a:ext cx="538177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WebtoB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Instance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645336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2" name="Text 6"/>
          <p:cNvSpPr/>
          <p:nvPr/>
        </p:nvSpPr>
        <p:spPr>
          <a:xfrm>
            <a:off x="6458126" y="2000390"/>
            <a:ext cx="600091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File-Crafter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3772003" y="1047983"/>
            <a:ext cx="2000305" cy="5085853"/>
          </a:xfrm>
          <a:prstGeom prst="rect">
            <a:avLst/>
          </a:prstGeom>
          <a:noFill/>
          <a:ln/>
        </p:spPr>
      </p:sp>
      <p:pic>
        <p:nvPicPr>
          <p:cNvPr id="15" name="Image 4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2003" y="1047983"/>
            <a:ext cx="9526" cy="5085853"/>
          </a:xfrm>
          <a:prstGeom prst="rect">
            <a:avLst/>
          </a:prstGeom>
        </p:spPr>
      </p:pic>
      <p:pic>
        <p:nvPicPr>
          <p:cNvPr id="16" name="Image 5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307" y="1047983"/>
            <a:ext cx="9526" cy="5085853"/>
          </a:xfrm>
          <a:prstGeom prst="rect">
            <a:avLst/>
          </a:prstGeom>
        </p:spPr>
      </p:pic>
      <p:sp>
        <p:nvSpPr>
          <p:cNvPr id="20" name="Text 0">
            <a:extLst>
              <a:ext uri="{FF2B5EF4-FFF2-40B4-BE49-F238E27FC236}">
                <a16:creationId xmlns:a16="http://schemas.microsoft.com/office/drawing/2014/main" id="{C935D558-F94F-2741-80BB-724681964DEE}"/>
              </a:ext>
            </a:extLst>
          </p:cNvPr>
          <p:cNvSpPr/>
          <p:nvPr/>
        </p:nvSpPr>
        <p:spPr>
          <a:xfrm>
            <a:off x="609617" y="2892478"/>
            <a:ext cx="1062892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Resource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34AA0F0B-A98C-E746-83B7-3F54A1797510}"/>
              </a:ext>
            </a:extLst>
          </p:cNvPr>
          <p:cNvSpPr/>
          <p:nvPr/>
        </p:nvSpPr>
        <p:spPr>
          <a:xfrm>
            <a:off x="609617" y="1406723"/>
            <a:ext cx="922850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Service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EDC933BD-1755-CA49-BEE3-9F6A35AA821D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B0B9DE2E-B158-A14D-BDA7-0D383104A995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Application Service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121">
            <a:extLst>
              <a:ext uri="{FF2B5EF4-FFF2-40B4-BE49-F238E27FC236}">
                <a16:creationId xmlns:a16="http://schemas.microsoft.com/office/drawing/2014/main" id="{1A31D323-85EC-1E47-BB04-9CCCA8F35D1D}"/>
              </a:ext>
            </a:extLst>
          </p:cNvPr>
          <p:cNvSpPr/>
          <p:nvPr/>
        </p:nvSpPr>
        <p:spPr>
          <a:xfrm>
            <a:off x="11603566" y="501935"/>
            <a:ext cx="207758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ts val="1650"/>
              </a:lnSpc>
            </a:pPr>
            <a:r>
              <a:rPr lang="en-US" sz="1100" b="1" kern="0" spc="-10" dirty="0">
                <a:solidFill>
                  <a:srgbClr val="555555">
                    <a:alpha val="100000"/>
                  </a:srgbClr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2/2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644B6401-37D3-D840-B185-8B0C3D5D4F31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42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Image 1" descr=" ">
            <a:extLst>
              <a:ext uri="{FF2B5EF4-FFF2-40B4-BE49-F238E27FC236}">
                <a16:creationId xmlns:a16="http://schemas.microsoft.com/office/drawing/2014/main" id="{5A65F679-9290-7F4F-99C5-7474F29CAF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90856" y="1352753"/>
            <a:ext cx="571515" cy="571444"/>
          </a:xfrm>
          <a:prstGeom prst="rect">
            <a:avLst/>
          </a:prstGeom>
        </p:spPr>
      </p:pic>
      <p:pic>
        <p:nvPicPr>
          <p:cNvPr id="28" name="Image 2" descr=" ">
            <a:extLst>
              <a:ext uri="{FF2B5EF4-FFF2-40B4-BE49-F238E27FC236}">
                <a16:creationId xmlns:a16="http://schemas.microsoft.com/office/drawing/2014/main" id="{CC92B5D3-9A63-4C40-8F30-2434F8C205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81635" y="1352753"/>
            <a:ext cx="571515" cy="571444"/>
          </a:xfrm>
          <a:prstGeom prst="rect">
            <a:avLst/>
          </a:prstGeom>
        </p:spPr>
      </p:pic>
      <p:pic>
        <p:nvPicPr>
          <p:cNvPr id="29" name="Image 3" descr=" ">
            <a:extLst>
              <a:ext uri="{FF2B5EF4-FFF2-40B4-BE49-F238E27FC236}">
                <a16:creationId xmlns:a16="http://schemas.microsoft.com/office/drawing/2014/main" id="{01E87FC8-CC7A-9C4C-A985-841CF72C39B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2415" y="1352753"/>
            <a:ext cx="571515" cy="571444"/>
          </a:xfrm>
          <a:prstGeom prst="rect">
            <a:avLst/>
          </a:prstGeom>
        </p:spPr>
      </p:pic>
      <p:sp>
        <p:nvSpPr>
          <p:cNvPr id="30" name="Shape 7">
            <a:extLst>
              <a:ext uri="{FF2B5EF4-FFF2-40B4-BE49-F238E27FC236}">
                <a16:creationId xmlns:a16="http://schemas.microsoft.com/office/drawing/2014/main" id="{C4378CCC-685F-4649-B7B4-279DF3C965B7}"/>
              </a:ext>
            </a:extLst>
          </p:cNvPr>
          <p:cNvSpPr/>
          <p:nvPr/>
        </p:nvSpPr>
        <p:spPr>
          <a:xfrm>
            <a:off x="8444143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C34BDEAA-F551-754A-99BC-99E8A77B7029}"/>
              </a:ext>
            </a:extLst>
          </p:cNvPr>
          <p:cNvSpPr/>
          <p:nvPr/>
        </p:nvSpPr>
        <p:spPr>
          <a:xfrm>
            <a:off x="8463194" y="1352753"/>
            <a:ext cx="571515" cy="571444"/>
          </a:xfrm>
          <a:prstGeom prst="rect">
            <a:avLst/>
          </a:prstGeom>
          <a:noFill/>
          <a:ln/>
        </p:spPr>
      </p:sp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E848C886-0847-2240-9146-815E6AC81C2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91769" y="1438470"/>
            <a:ext cx="514364" cy="371457"/>
          </a:xfrm>
          <a:prstGeom prst="rect">
            <a:avLst/>
          </a:prstGeom>
        </p:spPr>
      </p:pic>
      <p:pic>
        <p:nvPicPr>
          <p:cNvPr id="33" name="Image 5" descr=" ">
            <a:extLst>
              <a:ext uri="{FF2B5EF4-FFF2-40B4-BE49-F238E27FC236}">
                <a16:creationId xmlns:a16="http://schemas.microsoft.com/office/drawing/2014/main" id="{77E43DAC-8CF4-714D-9F8A-B3CE37581E6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777518" y="1667066"/>
            <a:ext cx="228606" cy="228578"/>
          </a:xfrm>
          <a:prstGeom prst="rect">
            <a:avLst/>
          </a:prstGeom>
        </p:spPr>
      </p:pic>
      <p:sp>
        <p:nvSpPr>
          <p:cNvPr id="34" name="Text 9">
            <a:extLst>
              <a:ext uri="{FF2B5EF4-FFF2-40B4-BE49-F238E27FC236}">
                <a16:creationId xmlns:a16="http://schemas.microsoft.com/office/drawing/2014/main" id="{42B3A06C-8A72-A648-9109-0FFF83188A6E}"/>
              </a:ext>
            </a:extLst>
          </p:cNvPr>
          <p:cNvSpPr/>
          <p:nvPr/>
        </p:nvSpPr>
        <p:spPr>
          <a:xfrm>
            <a:off x="8472719" y="1962293"/>
            <a:ext cx="581041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Cloud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Scheduler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" name="Image 8" descr=" ">
            <a:extLst>
              <a:ext uri="{FF2B5EF4-FFF2-40B4-BE49-F238E27FC236}">
                <a16:creationId xmlns:a16="http://schemas.microsoft.com/office/drawing/2014/main" id="{38992DBC-6C26-B449-8EAD-0D42E9C62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612" y="1047983"/>
            <a:ext cx="9526" cy="508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6373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6D08764E-1771-214C-B045-0443731E972D}"/>
              </a:ext>
            </a:extLst>
          </p:cNvPr>
          <p:cNvSpPr/>
          <p:nvPr/>
        </p:nvSpPr>
        <p:spPr>
          <a:xfrm>
            <a:off x="381011" y="1047410"/>
            <a:ext cx="11429978" cy="1485755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2471805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6" name="Text 2"/>
          <p:cNvSpPr/>
          <p:nvPr/>
        </p:nvSpPr>
        <p:spPr>
          <a:xfrm>
            <a:off x="2452754" y="2000390"/>
            <a:ext cx="64771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IAP</a:t>
            </a:r>
            <a:endParaRPr lang="en-US" sz="1000" dirty="0">
              <a:solidFill>
                <a:srgbClr val="555555"/>
              </a:solidFill>
            </a:endParaRPr>
          </a:p>
        </p:txBody>
      </p:sp>
      <p:sp>
        <p:nvSpPr>
          <p:cNvPr id="8" name="Shape 4"/>
          <p:cNvSpPr/>
          <p:nvPr/>
        </p:nvSpPr>
        <p:spPr>
          <a:xfrm>
            <a:off x="3772003" y="1047983"/>
            <a:ext cx="0" cy="5085853"/>
          </a:xfrm>
          <a:prstGeom prst="rect">
            <a:avLst/>
          </a:prstGeom>
          <a:noFill/>
          <a:ln/>
        </p:spPr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8376759B-A235-484F-962C-8976F32A8542}"/>
              </a:ext>
            </a:extLst>
          </p:cNvPr>
          <p:cNvSpPr/>
          <p:nvPr/>
        </p:nvSpPr>
        <p:spPr>
          <a:xfrm>
            <a:off x="609617" y="2892478"/>
            <a:ext cx="1062892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Resource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B39028C-E58C-3D44-9C5F-920BB4ECD664}"/>
              </a:ext>
            </a:extLst>
          </p:cNvPr>
          <p:cNvSpPr/>
          <p:nvPr/>
        </p:nvSpPr>
        <p:spPr>
          <a:xfrm>
            <a:off x="609617" y="1406723"/>
            <a:ext cx="922850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Service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4DC0B5CC-267A-F24D-B37D-632C9C6D94E6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9AA266AF-D504-2C48-9422-6735563B0462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Mobile Service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0FB53EC2-8B66-D944-9C9A-47F1211FAEEB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43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Image 1" descr=" ">
            <a:extLst>
              <a:ext uri="{FF2B5EF4-FFF2-40B4-BE49-F238E27FC236}">
                <a16:creationId xmlns:a16="http://schemas.microsoft.com/office/drawing/2014/main" id="{58905664-1A55-B240-858A-A068062268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90856" y="1352753"/>
            <a:ext cx="571515" cy="57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9893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0C082262-2529-EA4E-B144-A9B9471CA3ED}"/>
              </a:ext>
            </a:extLst>
          </p:cNvPr>
          <p:cNvSpPr/>
          <p:nvPr/>
        </p:nvSpPr>
        <p:spPr>
          <a:xfrm>
            <a:off x="381011" y="1047410"/>
            <a:ext cx="11429978" cy="1485755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2471805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6" name="Text 2"/>
          <p:cNvSpPr/>
          <p:nvPr/>
        </p:nvSpPr>
        <p:spPr>
          <a:xfrm>
            <a:off x="2452754" y="2000389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Cloud Search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46258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9" name="Text 4"/>
          <p:cNvSpPr/>
          <p:nvPr/>
        </p:nvSpPr>
        <p:spPr>
          <a:xfrm>
            <a:off x="4382584" y="1981342"/>
            <a:ext cx="770718" cy="194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Autocomplete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645336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2" name="Text 6"/>
          <p:cNvSpPr/>
          <p:nvPr/>
        </p:nvSpPr>
        <p:spPr>
          <a:xfrm>
            <a:off x="6401561" y="2000389"/>
            <a:ext cx="718330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Corporation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Search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8444143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5" name="Text 8"/>
          <p:cNvSpPr/>
          <p:nvPr/>
        </p:nvSpPr>
        <p:spPr>
          <a:xfrm>
            <a:off x="8421248" y="2000389"/>
            <a:ext cx="655405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Word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Suggestion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0"/>
          <p:cNvSpPr/>
          <p:nvPr/>
        </p:nvSpPr>
        <p:spPr>
          <a:xfrm>
            <a:off x="3772003" y="1047983"/>
            <a:ext cx="4000610" cy="5085853"/>
          </a:xfrm>
          <a:prstGeom prst="rect">
            <a:avLst/>
          </a:prstGeom>
          <a:noFill/>
          <a:ln/>
        </p:spPr>
      </p:sp>
      <p:pic>
        <p:nvPicPr>
          <p:cNvPr id="18" name="Image 5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2003" y="1047983"/>
            <a:ext cx="9526" cy="5085853"/>
          </a:xfrm>
          <a:prstGeom prst="rect">
            <a:avLst/>
          </a:prstGeom>
        </p:spPr>
      </p:pic>
      <p:pic>
        <p:nvPicPr>
          <p:cNvPr id="19" name="Image 6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307" y="1047983"/>
            <a:ext cx="9526" cy="5085853"/>
          </a:xfrm>
          <a:prstGeom prst="rect">
            <a:avLst/>
          </a:prstGeom>
        </p:spPr>
      </p:pic>
      <p:pic>
        <p:nvPicPr>
          <p:cNvPr id="20" name="Image 7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612" y="1047983"/>
            <a:ext cx="9526" cy="5085853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381011" y="276533"/>
            <a:ext cx="752495" cy="438107"/>
          </a:xfrm>
          <a:prstGeom prst="rect">
            <a:avLst/>
          </a:prstGeom>
          <a:noFill/>
          <a:ln/>
        </p:spPr>
      </p:sp>
      <p:sp>
        <p:nvSpPr>
          <p:cNvPr id="24" name="Text 0">
            <a:extLst>
              <a:ext uri="{FF2B5EF4-FFF2-40B4-BE49-F238E27FC236}">
                <a16:creationId xmlns:a16="http://schemas.microsoft.com/office/drawing/2014/main" id="{5F4A0AFC-3815-5445-9685-0108D794262C}"/>
              </a:ext>
            </a:extLst>
          </p:cNvPr>
          <p:cNvSpPr/>
          <p:nvPr/>
        </p:nvSpPr>
        <p:spPr>
          <a:xfrm>
            <a:off x="609617" y="2892478"/>
            <a:ext cx="1062892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Resource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8895ECEC-DC3E-9944-8A8A-2CB50B1AE820}"/>
              </a:ext>
            </a:extLst>
          </p:cNvPr>
          <p:cNvSpPr/>
          <p:nvPr/>
        </p:nvSpPr>
        <p:spPr>
          <a:xfrm>
            <a:off x="609617" y="1406723"/>
            <a:ext cx="922850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Service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E1F1EB7E-638D-F34C-87A6-B35F57BD5A5E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30FB6F2E-3114-0B46-987C-08C2D857EEFF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Search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AE3F538A-B399-C74A-9567-A776120277B3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44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" name="Image 1" descr=" ">
            <a:extLst>
              <a:ext uri="{FF2B5EF4-FFF2-40B4-BE49-F238E27FC236}">
                <a16:creationId xmlns:a16="http://schemas.microsoft.com/office/drawing/2014/main" id="{74FBC486-751D-4F4C-931A-15448DFB1B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90856" y="1352753"/>
            <a:ext cx="571515" cy="571444"/>
          </a:xfrm>
          <a:prstGeom prst="rect">
            <a:avLst/>
          </a:prstGeom>
        </p:spPr>
      </p:pic>
      <p:pic>
        <p:nvPicPr>
          <p:cNvPr id="31" name="Image 2" descr=" ">
            <a:extLst>
              <a:ext uri="{FF2B5EF4-FFF2-40B4-BE49-F238E27FC236}">
                <a16:creationId xmlns:a16="http://schemas.microsoft.com/office/drawing/2014/main" id="{A3F710D2-7A93-084C-94BC-AE6578813B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81635" y="1352753"/>
            <a:ext cx="571515" cy="571444"/>
          </a:xfrm>
          <a:prstGeom prst="rect">
            <a:avLst/>
          </a:prstGeom>
        </p:spPr>
      </p:pic>
      <p:pic>
        <p:nvPicPr>
          <p:cNvPr id="32" name="Image 3" descr=" ">
            <a:extLst>
              <a:ext uri="{FF2B5EF4-FFF2-40B4-BE49-F238E27FC236}">
                <a16:creationId xmlns:a16="http://schemas.microsoft.com/office/drawing/2014/main" id="{3572AB14-80C3-5A4E-A1A3-6214746AA65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2415" y="1352753"/>
            <a:ext cx="571515" cy="571444"/>
          </a:xfrm>
          <a:prstGeom prst="rect">
            <a:avLst/>
          </a:prstGeom>
        </p:spPr>
      </p:pic>
      <p:pic>
        <p:nvPicPr>
          <p:cNvPr id="33" name="Image 4" descr=" ">
            <a:extLst>
              <a:ext uri="{FF2B5EF4-FFF2-40B4-BE49-F238E27FC236}">
                <a16:creationId xmlns:a16="http://schemas.microsoft.com/office/drawing/2014/main" id="{E98E100D-363B-134C-B91F-E011266275C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63194" y="1352753"/>
            <a:ext cx="571515" cy="57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2485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7FFC1988-58E7-6D48-BA96-F0258F7FDBAF}"/>
              </a:ext>
            </a:extLst>
          </p:cNvPr>
          <p:cNvSpPr/>
          <p:nvPr/>
        </p:nvSpPr>
        <p:spPr>
          <a:xfrm>
            <a:off x="381011" y="1047410"/>
            <a:ext cx="11429978" cy="1485755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2471805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7" name="Shape 3"/>
          <p:cNvSpPr/>
          <p:nvPr/>
        </p:nvSpPr>
        <p:spPr>
          <a:xfrm>
            <a:off x="446258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0" name="Shape 5"/>
          <p:cNvSpPr/>
          <p:nvPr/>
        </p:nvSpPr>
        <p:spPr>
          <a:xfrm>
            <a:off x="645336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3" name="Shape 7"/>
          <p:cNvSpPr/>
          <p:nvPr/>
        </p:nvSpPr>
        <p:spPr>
          <a:xfrm>
            <a:off x="8444143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7" name="Shape 10"/>
          <p:cNvSpPr/>
          <p:nvPr/>
        </p:nvSpPr>
        <p:spPr>
          <a:xfrm>
            <a:off x="3772003" y="1047983"/>
            <a:ext cx="4000610" cy="5085853"/>
          </a:xfrm>
          <a:prstGeom prst="rect">
            <a:avLst/>
          </a:prstGeom>
          <a:noFill/>
          <a:ln/>
        </p:spPr>
      </p:sp>
      <p:pic>
        <p:nvPicPr>
          <p:cNvPr id="18" name="Image 5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2003" y="1047983"/>
            <a:ext cx="9526" cy="5085853"/>
          </a:xfrm>
          <a:prstGeom prst="rect">
            <a:avLst/>
          </a:prstGeom>
        </p:spPr>
      </p:pic>
      <p:pic>
        <p:nvPicPr>
          <p:cNvPr id="19" name="Image 6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307" y="1047983"/>
            <a:ext cx="9526" cy="5085853"/>
          </a:xfrm>
          <a:prstGeom prst="rect">
            <a:avLst/>
          </a:prstGeom>
        </p:spPr>
      </p:pic>
      <p:pic>
        <p:nvPicPr>
          <p:cNvPr id="20" name="Image 7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612" y="1047983"/>
            <a:ext cx="9526" cy="5085853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381011" y="276533"/>
            <a:ext cx="1771698" cy="438107"/>
          </a:xfrm>
          <a:prstGeom prst="rect">
            <a:avLst/>
          </a:prstGeom>
          <a:noFill/>
          <a:ln/>
        </p:spPr>
      </p:sp>
      <p:sp>
        <p:nvSpPr>
          <p:cNvPr id="24" name="Text 0">
            <a:extLst>
              <a:ext uri="{FF2B5EF4-FFF2-40B4-BE49-F238E27FC236}">
                <a16:creationId xmlns:a16="http://schemas.microsoft.com/office/drawing/2014/main" id="{30C42D19-6315-9947-AB5F-E7782D68C5F7}"/>
              </a:ext>
            </a:extLst>
          </p:cNvPr>
          <p:cNvSpPr/>
          <p:nvPr/>
        </p:nvSpPr>
        <p:spPr>
          <a:xfrm>
            <a:off x="609617" y="2892478"/>
            <a:ext cx="1062892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Resource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3ABE0794-409E-7B4B-89BA-9335FC376F1A}"/>
              </a:ext>
            </a:extLst>
          </p:cNvPr>
          <p:cNvSpPr/>
          <p:nvPr/>
        </p:nvSpPr>
        <p:spPr>
          <a:xfrm>
            <a:off x="609617" y="1406723"/>
            <a:ext cx="922850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Service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E568E332-BECE-0147-8CAB-FFF61CDD0BC0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F5D6A021-4D6E-B74A-A8B9-0F5A9A75B001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Data &amp; Analytics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5B598577-76EB-1146-B87F-38EBC5201329}"/>
              </a:ext>
            </a:extLst>
          </p:cNvPr>
          <p:cNvSpPr/>
          <p:nvPr/>
        </p:nvSpPr>
        <p:spPr>
          <a:xfrm>
            <a:off x="2383309" y="2000389"/>
            <a:ext cx="776583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Log &amp; Crash Search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D0EC86B5-C59F-334C-9817-66DE680A29FE}"/>
              </a:ext>
            </a:extLst>
          </p:cNvPr>
          <p:cNvSpPr/>
          <p:nvPr/>
        </p:nvSpPr>
        <p:spPr>
          <a:xfrm>
            <a:off x="4382584" y="1981342"/>
            <a:ext cx="770718" cy="194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275"/>
              </a:lnSpc>
            </a:pPr>
            <a:r>
              <a:rPr lang="en-US" sz="1000" kern="0" spc="-9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DataFlow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1A422F86-432B-2E48-831B-D2627DBECCB0}"/>
              </a:ext>
            </a:extLst>
          </p:cNvPr>
          <p:cNvSpPr/>
          <p:nvPr/>
        </p:nvSpPr>
        <p:spPr>
          <a:xfrm>
            <a:off x="6401561" y="2000389"/>
            <a:ext cx="718330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DataQuery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76CFE275-8BD0-FF41-84D9-0C44E85792AD}"/>
              </a:ext>
            </a:extLst>
          </p:cNvPr>
          <p:cNvSpPr/>
          <p:nvPr/>
        </p:nvSpPr>
        <p:spPr>
          <a:xfrm>
            <a:off x="8421248" y="2000389"/>
            <a:ext cx="655405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Kafka Instance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2A9A40D5-5726-6444-85E9-15DF93E01182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45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4" name="Image 1" descr=" ">
            <a:extLst>
              <a:ext uri="{FF2B5EF4-FFF2-40B4-BE49-F238E27FC236}">
                <a16:creationId xmlns:a16="http://schemas.microsoft.com/office/drawing/2014/main" id="{5961AC3C-28C8-D646-98C9-47CE6E251B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90856" y="1352753"/>
            <a:ext cx="571515" cy="571444"/>
          </a:xfrm>
          <a:prstGeom prst="rect">
            <a:avLst/>
          </a:prstGeom>
        </p:spPr>
      </p:pic>
      <p:pic>
        <p:nvPicPr>
          <p:cNvPr id="35" name="Image 2" descr=" ">
            <a:extLst>
              <a:ext uri="{FF2B5EF4-FFF2-40B4-BE49-F238E27FC236}">
                <a16:creationId xmlns:a16="http://schemas.microsoft.com/office/drawing/2014/main" id="{7974A638-E4BA-FA42-92BA-B5242AF2CD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81635" y="1352753"/>
            <a:ext cx="571515" cy="571444"/>
          </a:xfrm>
          <a:prstGeom prst="rect">
            <a:avLst/>
          </a:prstGeom>
        </p:spPr>
      </p:pic>
      <p:pic>
        <p:nvPicPr>
          <p:cNvPr id="36" name="Image 3" descr=" ">
            <a:extLst>
              <a:ext uri="{FF2B5EF4-FFF2-40B4-BE49-F238E27FC236}">
                <a16:creationId xmlns:a16="http://schemas.microsoft.com/office/drawing/2014/main" id="{EFC1A93A-5BA7-4540-9F01-8C630436EA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2415" y="1352753"/>
            <a:ext cx="571515" cy="571444"/>
          </a:xfrm>
          <a:prstGeom prst="rect">
            <a:avLst/>
          </a:prstGeom>
        </p:spPr>
      </p:pic>
      <p:pic>
        <p:nvPicPr>
          <p:cNvPr id="37" name="Image 4" descr=" ">
            <a:extLst>
              <a:ext uri="{FF2B5EF4-FFF2-40B4-BE49-F238E27FC236}">
                <a16:creationId xmlns:a16="http://schemas.microsoft.com/office/drawing/2014/main" id="{EE4F2FEA-B519-6247-998D-810C44BB89F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63194" y="1352753"/>
            <a:ext cx="571515" cy="57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798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4AB2EDB1-5D35-8841-A1BE-B5D05B5D90A4}"/>
              </a:ext>
            </a:extLst>
          </p:cNvPr>
          <p:cNvSpPr/>
          <p:nvPr/>
        </p:nvSpPr>
        <p:spPr>
          <a:xfrm>
            <a:off x="381011" y="1047410"/>
            <a:ext cx="11429978" cy="1485755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2471805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6" name="Text 2"/>
          <p:cNvSpPr/>
          <p:nvPr/>
        </p:nvSpPr>
        <p:spPr>
          <a:xfrm>
            <a:off x="2452754" y="2000390"/>
            <a:ext cx="64771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Pipeline</a:t>
            </a:r>
            <a:endParaRPr lang="en-US" sz="1000" dirty="0">
              <a:solidFill>
                <a:srgbClr val="555555"/>
              </a:solidFill>
            </a:endParaRPr>
          </a:p>
        </p:txBody>
      </p:sp>
      <p:sp>
        <p:nvSpPr>
          <p:cNvPr id="7" name="Shape 3"/>
          <p:cNvSpPr/>
          <p:nvPr/>
        </p:nvSpPr>
        <p:spPr>
          <a:xfrm>
            <a:off x="446258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9" name="Text 4"/>
          <p:cNvSpPr/>
          <p:nvPr/>
        </p:nvSpPr>
        <p:spPr>
          <a:xfrm>
            <a:off x="4572125" y="1981342"/>
            <a:ext cx="390536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Deploy</a:t>
            </a:r>
            <a:endParaRPr lang="en-US" sz="1000" dirty="0">
              <a:solidFill>
                <a:srgbClr val="555555"/>
              </a:solidFill>
            </a:endParaRPr>
          </a:p>
        </p:txBody>
      </p:sp>
      <p:sp>
        <p:nvSpPr>
          <p:cNvPr id="11" name="Shape 6"/>
          <p:cNvSpPr/>
          <p:nvPr/>
        </p:nvSpPr>
        <p:spPr>
          <a:xfrm>
            <a:off x="3772003" y="1047983"/>
            <a:ext cx="0" cy="5085853"/>
          </a:xfrm>
          <a:prstGeom prst="rect">
            <a:avLst/>
          </a:prstGeom>
          <a:noFill/>
          <a:ln/>
        </p:spPr>
      </p:sp>
      <p:pic>
        <p:nvPicPr>
          <p:cNvPr id="12" name="Image 3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2003" y="1047983"/>
            <a:ext cx="9526" cy="5085853"/>
          </a:xfrm>
          <a:prstGeom prst="rect">
            <a:avLst/>
          </a:prstGeom>
        </p:spPr>
      </p:pic>
      <p:sp>
        <p:nvSpPr>
          <p:cNvPr id="16" name="Text 0">
            <a:extLst>
              <a:ext uri="{FF2B5EF4-FFF2-40B4-BE49-F238E27FC236}">
                <a16:creationId xmlns:a16="http://schemas.microsoft.com/office/drawing/2014/main" id="{CE2EF16E-D5BF-2E42-85CE-3AFD50DBED7D}"/>
              </a:ext>
            </a:extLst>
          </p:cNvPr>
          <p:cNvSpPr/>
          <p:nvPr/>
        </p:nvSpPr>
        <p:spPr>
          <a:xfrm>
            <a:off x="609617" y="2892478"/>
            <a:ext cx="1062892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Resource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B4D388-AF41-3D46-868F-E3E3798FA578}"/>
              </a:ext>
            </a:extLst>
          </p:cNvPr>
          <p:cNvSpPr/>
          <p:nvPr/>
        </p:nvSpPr>
        <p:spPr>
          <a:xfrm>
            <a:off x="609617" y="1406723"/>
            <a:ext cx="922850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Service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E1C25ED4-AAD2-6F4E-BD2C-078828D1EF1F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C0C4DF56-C467-9746-973A-669E3D06E5EF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Dev Tools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7C2CBB2B-79DA-6B47-AA63-FE7D6CB4D9A6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46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Image 1" descr=" ">
            <a:extLst>
              <a:ext uri="{FF2B5EF4-FFF2-40B4-BE49-F238E27FC236}">
                <a16:creationId xmlns:a16="http://schemas.microsoft.com/office/drawing/2014/main" id="{A956E4F8-6C89-7D44-ABFC-A54E1170BE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90856" y="1352753"/>
            <a:ext cx="571515" cy="571444"/>
          </a:xfrm>
          <a:prstGeom prst="rect">
            <a:avLst/>
          </a:prstGeom>
        </p:spPr>
      </p:pic>
      <p:pic>
        <p:nvPicPr>
          <p:cNvPr id="25" name="Image 2" descr=" ">
            <a:extLst>
              <a:ext uri="{FF2B5EF4-FFF2-40B4-BE49-F238E27FC236}">
                <a16:creationId xmlns:a16="http://schemas.microsoft.com/office/drawing/2014/main" id="{8D665DAE-53FC-2E43-9A96-6B4EB67FED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81635" y="1352753"/>
            <a:ext cx="571515" cy="571444"/>
          </a:xfrm>
          <a:prstGeom prst="rect">
            <a:avLst/>
          </a:prstGeom>
        </p:spPr>
      </p:pic>
      <p:sp>
        <p:nvSpPr>
          <p:cNvPr id="19" name="Shape 5">
            <a:extLst>
              <a:ext uri="{FF2B5EF4-FFF2-40B4-BE49-F238E27FC236}">
                <a16:creationId xmlns:a16="http://schemas.microsoft.com/office/drawing/2014/main" id="{842ACF29-F6F2-DC43-89FE-5FAC221E5948}"/>
              </a:ext>
            </a:extLst>
          </p:cNvPr>
          <p:cNvSpPr/>
          <p:nvPr/>
        </p:nvSpPr>
        <p:spPr>
          <a:xfrm>
            <a:off x="645336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84DF00EB-2A17-A14F-920C-B4F0292FBF5C}"/>
              </a:ext>
            </a:extLst>
          </p:cNvPr>
          <p:cNvSpPr/>
          <p:nvPr/>
        </p:nvSpPr>
        <p:spPr>
          <a:xfrm>
            <a:off x="6472415" y="1352753"/>
            <a:ext cx="571515" cy="571444"/>
          </a:xfrm>
          <a:prstGeom prst="rect">
            <a:avLst/>
          </a:prstGeom>
          <a:noFill/>
          <a:ln/>
        </p:spPr>
      </p:sp>
      <p:pic>
        <p:nvPicPr>
          <p:cNvPr id="26" name="Image 3" descr=" ">
            <a:extLst>
              <a:ext uri="{FF2B5EF4-FFF2-40B4-BE49-F238E27FC236}">
                <a16:creationId xmlns:a16="http://schemas.microsoft.com/office/drawing/2014/main" id="{BD55795A-ECCF-214D-8126-16E35E36F48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22822" y="1399666"/>
            <a:ext cx="461156" cy="449529"/>
          </a:xfrm>
          <a:prstGeom prst="rect">
            <a:avLst/>
          </a:prstGeom>
        </p:spPr>
      </p:pic>
      <p:sp>
        <p:nvSpPr>
          <p:cNvPr id="27" name="Text 7">
            <a:extLst>
              <a:ext uri="{FF2B5EF4-FFF2-40B4-BE49-F238E27FC236}">
                <a16:creationId xmlns:a16="http://schemas.microsoft.com/office/drawing/2014/main" id="{1D4AC960-BCE5-5545-8735-93E5A4DE3487}"/>
              </a:ext>
            </a:extLst>
          </p:cNvPr>
          <p:cNvSpPr/>
          <p:nvPr/>
        </p:nvSpPr>
        <p:spPr>
          <a:xfrm>
            <a:off x="6434313" y="1962293"/>
            <a:ext cx="64771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Native Deck</a:t>
            </a:r>
            <a:endParaRPr lang="en-US" sz="1000" dirty="0">
              <a:solidFill>
                <a:srgbClr val="555555"/>
              </a:solidFill>
            </a:endParaRPr>
          </a:p>
        </p:txBody>
      </p:sp>
      <p:pic>
        <p:nvPicPr>
          <p:cNvPr id="28" name="Image 6" descr=" ">
            <a:extLst>
              <a:ext uri="{FF2B5EF4-FFF2-40B4-BE49-F238E27FC236}">
                <a16:creationId xmlns:a16="http://schemas.microsoft.com/office/drawing/2014/main" id="{FB5927E8-2FCB-7D45-ADEC-D14CC72BB6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307" y="1047983"/>
            <a:ext cx="9526" cy="508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7761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33F4C3DC-0E1C-6143-9BFB-250D40233BFB}"/>
              </a:ext>
            </a:extLst>
          </p:cNvPr>
          <p:cNvSpPr/>
          <p:nvPr/>
        </p:nvSpPr>
        <p:spPr>
          <a:xfrm>
            <a:off x="381011" y="1083184"/>
            <a:ext cx="11429978" cy="1485755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2471805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6" name="Text 2"/>
          <p:cNvSpPr/>
          <p:nvPr/>
        </p:nvSpPr>
        <p:spPr>
          <a:xfrm>
            <a:off x="2452754" y="2000390"/>
            <a:ext cx="64771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Managed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46258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9" name="Text 4"/>
          <p:cNvSpPr/>
          <p:nvPr/>
        </p:nvSpPr>
        <p:spPr>
          <a:xfrm>
            <a:off x="4548312" y="1981341"/>
            <a:ext cx="438162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Support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Plan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645336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2" name="Text 6"/>
          <p:cNvSpPr/>
          <p:nvPr/>
        </p:nvSpPr>
        <p:spPr>
          <a:xfrm>
            <a:off x="6470032" y="2000389"/>
            <a:ext cx="576279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Certificate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Manager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3772003" y="1047983"/>
            <a:ext cx="2000305" cy="5085853"/>
          </a:xfrm>
          <a:prstGeom prst="rect">
            <a:avLst/>
          </a:prstGeom>
          <a:noFill/>
          <a:ln/>
        </p:spPr>
      </p:sp>
      <p:pic>
        <p:nvPicPr>
          <p:cNvPr id="15" name="Image 4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2003" y="1047983"/>
            <a:ext cx="9526" cy="5085853"/>
          </a:xfrm>
          <a:prstGeom prst="rect">
            <a:avLst/>
          </a:prstGeom>
        </p:spPr>
      </p:pic>
      <p:pic>
        <p:nvPicPr>
          <p:cNvPr id="16" name="Image 5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307" y="1047983"/>
            <a:ext cx="9526" cy="5085853"/>
          </a:xfrm>
          <a:prstGeom prst="rect">
            <a:avLst/>
          </a:prstGeom>
        </p:spPr>
      </p:pic>
      <p:sp>
        <p:nvSpPr>
          <p:cNvPr id="20" name="Text 0">
            <a:extLst>
              <a:ext uri="{FF2B5EF4-FFF2-40B4-BE49-F238E27FC236}">
                <a16:creationId xmlns:a16="http://schemas.microsoft.com/office/drawing/2014/main" id="{EE3E662F-D85D-834F-990B-830D2DE15AF7}"/>
              </a:ext>
            </a:extLst>
          </p:cNvPr>
          <p:cNvSpPr/>
          <p:nvPr/>
        </p:nvSpPr>
        <p:spPr>
          <a:xfrm>
            <a:off x="609617" y="2892478"/>
            <a:ext cx="1062892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Resource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92CC35B9-2CF2-1E47-ABF0-1D32241CF208}"/>
              </a:ext>
            </a:extLst>
          </p:cNvPr>
          <p:cNvSpPr/>
          <p:nvPr/>
        </p:nvSpPr>
        <p:spPr>
          <a:xfrm>
            <a:off x="609617" y="1406723"/>
            <a:ext cx="922850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Service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1BF4A741-0374-7544-8645-B1617402B758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9F77C2BB-61AF-844F-ABF3-BFA40C3F84A5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Management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62A8F4EC-0089-C046-936F-1A852559932E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47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Image 1" descr=" ">
            <a:extLst>
              <a:ext uri="{FF2B5EF4-FFF2-40B4-BE49-F238E27FC236}">
                <a16:creationId xmlns:a16="http://schemas.microsoft.com/office/drawing/2014/main" id="{E69DCDDA-2474-454D-AEF7-9F954F6610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90856" y="1352753"/>
            <a:ext cx="571515" cy="571444"/>
          </a:xfrm>
          <a:prstGeom prst="rect">
            <a:avLst/>
          </a:prstGeom>
        </p:spPr>
      </p:pic>
      <p:pic>
        <p:nvPicPr>
          <p:cNvPr id="27" name="Image 2" descr=" ">
            <a:extLst>
              <a:ext uri="{FF2B5EF4-FFF2-40B4-BE49-F238E27FC236}">
                <a16:creationId xmlns:a16="http://schemas.microsoft.com/office/drawing/2014/main" id="{936FD865-5CBF-7C4A-B552-3F9AD1CA4F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81635" y="1352753"/>
            <a:ext cx="571515" cy="571444"/>
          </a:xfrm>
          <a:prstGeom prst="rect">
            <a:avLst/>
          </a:prstGeom>
        </p:spPr>
      </p:pic>
      <p:pic>
        <p:nvPicPr>
          <p:cNvPr id="28" name="Image 3" descr=" ">
            <a:extLst>
              <a:ext uri="{FF2B5EF4-FFF2-40B4-BE49-F238E27FC236}">
                <a16:creationId xmlns:a16="http://schemas.microsoft.com/office/drawing/2014/main" id="{ADC49194-3F9D-E847-91FF-AA8D53C969D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2415" y="1352753"/>
            <a:ext cx="571515" cy="571444"/>
          </a:xfrm>
          <a:prstGeom prst="rect">
            <a:avLst/>
          </a:prstGeom>
        </p:spPr>
      </p:pic>
      <p:pic>
        <p:nvPicPr>
          <p:cNvPr id="8" name="Image 5" descr=" ">
            <a:extLst>
              <a:ext uri="{FF2B5EF4-FFF2-40B4-BE49-F238E27FC236}">
                <a16:creationId xmlns:a16="http://schemas.microsoft.com/office/drawing/2014/main" id="{BC253CD8-05A0-9ED1-9E44-E4C12850CC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6019" y="1104967"/>
            <a:ext cx="9526" cy="5085853"/>
          </a:xfrm>
          <a:prstGeom prst="rect">
            <a:avLst/>
          </a:prstGeom>
        </p:spPr>
      </p:pic>
      <p:pic>
        <p:nvPicPr>
          <p:cNvPr id="13" name="그림 12" descr="그래픽, 일렉트릭 블루, 폰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B1FD3DE-3AFB-64AA-4140-A55BA847AA1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92066" y="1352752"/>
            <a:ext cx="571445" cy="571445"/>
          </a:xfrm>
          <a:prstGeom prst="rect">
            <a:avLst/>
          </a:prstGeom>
        </p:spPr>
      </p:pic>
      <p:sp>
        <p:nvSpPr>
          <p:cNvPr id="17" name="Text 6">
            <a:extLst>
              <a:ext uri="{FF2B5EF4-FFF2-40B4-BE49-F238E27FC236}">
                <a16:creationId xmlns:a16="http://schemas.microsoft.com/office/drawing/2014/main" id="{4DE86A7D-A431-3A0A-BEBB-64DFB3CC53D2}"/>
              </a:ext>
            </a:extLst>
          </p:cNvPr>
          <p:cNvSpPr/>
          <p:nvPr/>
        </p:nvSpPr>
        <p:spPr>
          <a:xfrm>
            <a:off x="8287232" y="1981341"/>
            <a:ext cx="576279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Private</a:t>
            </a:r>
            <a:b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</a:b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CA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3374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047D23F1-9B4C-6B47-8A1A-3D77DFFCB25A}"/>
              </a:ext>
            </a:extLst>
          </p:cNvPr>
          <p:cNvSpPr/>
          <p:nvPr/>
        </p:nvSpPr>
        <p:spPr>
          <a:xfrm>
            <a:off x="381011" y="1047410"/>
            <a:ext cx="11429978" cy="1485755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2471805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6" name="Text 2"/>
          <p:cNvSpPr/>
          <p:nvPr/>
        </p:nvSpPr>
        <p:spPr>
          <a:xfrm>
            <a:off x="2452754" y="2000390"/>
            <a:ext cx="64771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 Regular" pitchFamily="34" charset="0"/>
                <a:ea typeface="Arial Regular" pitchFamily="34" charset="-122"/>
                <a:cs typeface="Arial Regular" pitchFamily="34" charset="-120"/>
              </a:rPr>
              <a:t>eTax</a:t>
            </a:r>
            <a:endParaRPr lang="en-US" sz="1000" dirty="0">
              <a:solidFill>
                <a:srgbClr val="555555"/>
              </a:solidFill>
            </a:endParaRPr>
          </a:p>
        </p:txBody>
      </p:sp>
      <p:sp>
        <p:nvSpPr>
          <p:cNvPr id="8" name="Shape 4"/>
          <p:cNvSpPr/>
          <p:nvPr/>
        </p:nvSpPr>
        <p:spPr>
          <a:xfrm>
            <a:off x="3772003" y="1047983"/>
            <a:ext cx="0" cy="5085853"/>
          </a:xfrm>
          <a:prstGeom prst="rect">
            <a:avLst/>
          </a:prstGeom>
          <a:noFill/>
          <a:ln/>
        </p:spPr>
      </p:sp>
      <p:sp>
        <p:nvSpPr>
          <p:cNvPr id="9" name="Shape 5"/>
          <p:cNvSpPr/>
          <p:nvPr/>
        </p:nvSpPr>
        <p:spPr>
          <a:xfrm>
            <a:off x="381011" y="276533"/>
            <a:ext cx="352435" cy="438107"/>
          </a:xfrm>
          <a:prstGeom prst="rect">
            <a:avLst/>
          </a:prstGeom>
          <a:noFill/>
          <a:ln/>
        </p:spPr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4AD4D4C5-1A2A-ED4D-AEE0-C2D4C86CE9B9}"/>
              </a:ext>
            </a:extLst>
          </p:cNvPr>
          <p:cNvSpPr/>
          <p:nvPr/>
        </p:nvSpPr>
        <p:spPr>
          <a:xfrm>
            <a:off x="609617" y="2892478"/>
            <a:ext cx="1062892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Resource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1B51CD2-4D01-CC43-A88B-1DA782B84FED}"/>
              </a:ext>
            </a:extLst>
          </p:cNvPr>
          <p:cNvSpPr/>
          <p:nvPr/>
        </p:nvSpPr>
        <p:spPr>
          <a:xfrm>
            <a:off x="609617" y="1406723"/>
            <a:ext cx="922850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Service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6EA0C595-401F-2A4C-91DF-131D838A7530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1E1C0F4E-900A-1947-80D7-4E0D8DB77986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Bill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9A1DF355-EDF6-FE44-B248-43FA67FCAE2A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48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Image 1" descr=" ">
            <a:extLst>
              <a:ext uri="{FF2B5EF4-FFF2-40B4-BE49-F238E27FC236}">
                <a16:creationId xmlns:a16="http://schemas.microsoft.com/office/drawing/2014/main" id="{48E62E6B-0124-CB49-B8E1-F7A8034BDA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90856" y="1352753"/>
            <a:ext cx="571515" cy="57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294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CB3CD95E-A7D1-AA41-AFD0-552A35F9DE6E}"/>
              </a:ext>
            </a:extLst>
          </p:cNvPr>
          <p:cNvSpPr/>
          <p:nvPr/>
        </p:nvSpPr>
        <p:spPr>
          <a:xfrm>
            <a:off x="381011" y="1047410"/>
            <a:ext cx="11429978" cy="1485755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2471805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6" name="Text 2"/>
          <p:cNvSpPr/>
          <p:nvPr/>
        </p:nvSpPr>
        <p:spPr>
          <a:xfrm>
            <a:off x="2452754" y="2000389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dirty="0" err="1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Contiple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46258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1" name="Shape 6"/>
          <p:cNvSpPr/>
          <p:nvPr/>
        </p:nvSpPr>
        <p:spPr>
          <a:xfrm>
            <a:off x="3772003" y="1047983"/>
            <a:ext cx="0" cy="5085853"/>
          </a:xfrm>
          <a:prstGeom prst="rect">
            <a:avLst/>
          </a:prstGeom>
          <a:noFill/>
          <a:ln/>
        </p:spPr>
      </p:sp>
      <p:pic>
        <p:nvPicPr>
          <p:cNvPr id="12" name="Image 3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2003" y="1047983"/>
            <a:ext cx="9526" cy="5085853"/>
          </a:xfrm>
          <a:prstGeom prst="rect">
            <a:avLst/>
          </a:prstGeom>
        </p:spPr>
      </p:pic>
      <p:sp>
        <p:nvSpPr>
          <p:cNvPr id="16" name="Text 0">
            <a:extLst>
              <a:ext uri="{FF2B5EF4-FFF2-40B4-BE49-F238E27FC236}">
                <a16:creationId xmlns:a16="http://schemas.microsoft.com/office/drawing/2014/main" id="{3B9F9454-7311-FC49-9A88-4DD73607DE1A}"/>
              </a:ext>
            </a:extLst>
          </p:cNvPr>
          <p:cNvSpPr/>
          <p:nvPr/>
        </p:nvSpPr>
        <p:spPr>
          <a:xfrm>
            <a:off x="609617" y="2892478"/>
            <a:ext cx="1062892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Resource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6D318E0B-4946-A144-A0FB-9B8B991CD379}"/>
              </a:ext>
            </a:extLst>
          </p:cNvPr>
          <p:cNvSpPr/>
          <p:nvPr/>
        </p:nvSpPr>
        <p:spPr>
          <a:xfrm>
            <a:off x="609617" y="1406723"/>
            <a:ext cx="922850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Service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0A26C4A9-6E0A-C047-9277-8C4F93DB5FA1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90216F4E-FC79-B944-90CE-8D0763FBA7A1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Contact Center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295C1721-5452-B241-9D76-0CC39C90EB91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53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Image 1" descr=" ">
            <a:extLst>
              <a:ext uri="{FF2B5EF4-FFF2-40B4-BE49-F238E27FC236}">
                <a16:creationId xmlns:a16="http://schemas.microsoft.com/office/drawing/2014/main" id="{E0FDD48C-4C6B-7C4D-8497-CEC4949C2D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90856" y="1352753"/>
            <a:ext cx="571515" cy="57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9417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CB3CD95E-A7D1-AA41-AFD0-552A35F9DE6E}"/>
              </a:ext>
            </a:extLst>
          </p:cNvPr>
          <p:cNvSpPr/>
          <p:nvPr/>
        </p:nvSpPr>
        <p:spPr>
          <a:xfrm>
            <a:off x="436671" y="1047410"/>
            <a:ext cx="11429978" cy="1485755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2471805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6" name="Text 2"/>
          <p:cNvSpPr/>
          <p:nvPr/>
        </p:nvSpPr>
        <p:spPr>
          <a:xfrm>
            <a:off x="2452754" y="2000389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dirty="0" err="1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Dooray</a:t>
            </a:r>
            <a:r>
              <a:rPr lang="en-US" sz="100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  <p:sp>
        <p:nvSpPr>
          <p:cNvPr id="7" name="Shape 3"/>
          <p:cNvSpPr/>
          <p:nvPr/>
        </p:nvSpPr>
        <p:spPr>
          <a:xfrm>
            <a:off x="446258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1" name="Shape 6"/>
          <p:cNvSpPr/>
          <p:nvPr/>
        </p:nvSpPr>
        <p:spPr>
          <a:xfrm>
            <a:off x="3772003" y="1047983"/>
            <a:ext cx="0" cy="5085853"/>
          </a:xfrm>
          <a:prstGeom prst="rect">
            <a:avLst/>
          </a:prstGeom>
          <a:noFill/>
          <a:ln/>
        </p:spPr>
      </p:sp>
      <p:pic>
        <p:nvPicPr>
          <p:cNvPr id="12" name="Image 3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2003" y="1047983"/>
            <a:ext cx="9526" cy="5085853"/>
          </a:xfrm>
          <a:prstGeom prst="rect">
            <a:avLst/>
          </a:prstGeom>
        </p:spPr>
      </p:pic>
      <p:sp>
        <p:nvSpPr>
          <p:cNvPr id="16" name="Text 0">
            <a:extLst>
              <a:ext uri="{FF2B5EF4-FFF2-40B4-BE49-F238E27FC236}">
                <a16:creationId xmlns:a16="http://schemas.microsoft.com/office/drawing/2014/main" id="{3B9F9454-7311-FC49-9A88-4DD73607DE1A}"/>
              </a:ext>
            </a:extLst>
          </p:cNvPr>
          <p:cNvSpPr/>
          <p:nvPr/>
        </p:nvSpPr>
        <p:spPr>
          <a:xfrm>
            <a:off x="609617" y="2892478"/>
            <a:ext cx="1062892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Resource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6D318E0B-4946-A144-A0FB-9B8B991CD379}"/>
              </a:ext>
            </a:extLst>
          </p:cNvPr>
          <p:cNvSpPr/>
          <p:nvPr/>
        </p:nvSpPr>
        <p:spPr>
          <a:xfrm>
            <a:off x="609617" y="1406723"/>
            <a:ext cx="922850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Service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0A26C4A9-6E0A-C047-9277-8C4F93DB5FA1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90216F4E-FC79-B944-90CE-8D0763FBA7A1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Collaboration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295C1721-5452-B241-9D76-0CC39C90EB91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53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그림 2" descr="로고, 일렉트릭 블루, 폰트, 상징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7803766-367B-0EB6-7146-AFB0299791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8635" y="1254634"/>
            <a:ext cx="641837" cy="64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56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F96D46BE-75F5-444A-98A2-271A21F43FE6}"/>
              </a:ext>
            </a:extLst>
          </p:cNvPr>
          <p:cNvSpPr/>
          <p:nvPr/>
        </p:nvSpPr>
        <p:spPr>
          <a:xfrm>
            <a:off x="381011" y="1047410"/>
            <a:ext cx="11429978" cy="1485755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2471805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6" name="Text 2"/>
          <p:cNvSpPr/>
          <p:nvPr/>
        </p:nvSpPr>
        <p:spPr>
          <a:xfrm>
            <a:off x="2452754" y="2000390"/>
            <a:ext cx="64771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CloudTrail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46258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9" name="Text 4"/>
          <p:cNvSpPr/>
          <p:nvPr/>
        </p:nvSpPr>
        <p:spPr>
          <a:xfrm>
            <a:off x="4484015" y="1981341"/>
            <a:ext cx="566753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Resource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Watcher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3772003" y="1047983"/>
            <a:ext cx="0" cy="5085853"/>
          </a:xfrm>
          <a:prstGeom prst="rect">
            <a:avLst/>
          </a:prstGeom>
          <a:noFill/>
          <a:ln/>
        </p:spPr>
      </p:sp>
      <p:pic>
        <p:nvPicPr>
          <p:cNvPr id="12" name="Image 3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2003" y="1047983"/>
            <a:ext cx="9526" cy="5085853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381011" y="276533"/>
            <a:ext cx="2152709" cy="438107"/>
          </a:xfrm>
          <a:prstGeom prst="rect">
            <a:avLst/>
          </a:prstGeom>
          <a:noFill/>
          <a:ln/>
        </p:spPr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03C12523-0B3A-904B-8B24-642E28E9732F}"/>
              </a:ext>
            </a:extLst>
          </p:cNvPr>
          <p:cNvSpPr/>
          <p:nvPr/>
        </p:nvSpPr>
        <p:spPr>
          <a:xfrm>
            <a:off x="609617" y="2892478"/>
            <a:ext cx="1062892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Resource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7AF8C932-FF02-C34F-9ACF-650DC5EA223B}"/>
              </a:ext>
            </a:extLst>
          </p:cNvPr>
          <p:cNvSpPr/>
          <p:nvPr/>
        </p:nvSpPr>
        <p:spPr>
          <a:xfrm>
            <a:off x="609617" y="1406723"/>
            <a:ext cx="922850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Service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1FC9808E-C226-B84E-B610-13DCF9B578BD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1FA89EDC-0E4E-E844-96BF-818EBDE34716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Governance &amp; Audit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1137B83C-BE37-FF4C-B2A3-70B9DD767081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55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Image 1" descr=" ">
            <a:extLst>
              <a:ext uri="{FF2B5EF4-FFF2-40B4-BE49-F238E27FC236}">
                <a16:creationId xmlns:a16="http://schemas.microsoft.com/office/drawing/2014/main" id="{1B4EDE9E-A988-6B4B-A6D9-C2523AFA53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90856" y="1352753"/>
            <a:ext cx="571515" cy="571444"/>
          </a:xfrm>
          <a:prstGeom prst="rect">
            <a:avLst/>
          </a:prstGeom>
        </p:spPr>
      </p:pic>
      <p:pic>
        <p:nvPicPr>
          <p:cNvPr id="23" name="Image 2" descr=" ">
            <a:extLst>
              <a:ext uri="{FF2B5EF4-FFF2-40B4-BE49-F238E27FC236}">
                <a16:creationId xmlns:a16="http://schemas.microsoft.com/office/drawing/2014/main" id="{EAF971AF-A4FD-CF44-A47B-C551DE1D4C9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81635" y="1352753"/>
            <a:ext cx="571515" cy="57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81922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C1D3D2AA-9444-0045-8826-A7264CCF77E2}"/>
              </a:ext>
            </a:extLst>
          </p:cNvPr>
          <p:cNvSpPr/>
          <p:nvPr/>
        </p:nvSpPr>
        <p:spPr>
          <a:xfrm>
            <a:off x="381011" y="1047410"/>
            <a:ext cx="11429978" cy="1485755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2471805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6" name="Text 2"/>
          <p:cNvSpPr/>
          <p:nvPr/>
        </p:nvSpPr>
        <p:spPr>
          <a:xfrm>
            <a:off x="2452754" y="2000389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NHN AppGuard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46258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9" name="Text 4"/>
          <p:cNvSpPr/>
          <p:nvPr/>
        </p:nvSpPr>
        <p:spPr>
          <a:xfrm>
            <a:off x="4386382" y="1981341"/>
            <a:ext cx="733445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App Security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Check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645336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2" name="Text 6"/>
          <p:cNvSpPr/>
          <p:nvPr/>
        </p:nvSpPr>
        <p:spPr>
          <a:xfrm>
            <a:off x="6325186" y="2000389"/>
            <a:ext cx="865972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Server Security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Check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8444143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5" name="Text 8"/>
          <p:cNvSpPr/>
          <p:nvPr/>
        </p:nvSpPr>
        <p:spPr>
          <a:xfrm>
            <a:off x="8268546" y="2000389"/>
            <a:ext cx="960810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Webshell Threat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Detector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9"/>
          <p:cNvSpPr/>
          <p:nvPr/>
        </p:nvSpPr>
        <p:spPr>
          <a:xfrm>
            <a:off x="10434923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8" name="Text 10"/>
          <p:cNvSpPr/>
          <p:nvPr/>
        </p:nvSpPr>
        <p:spPr>
          <a:xfrm>
            <a:off x="10434922" y="2000389"/>
            <a:ext cx="609617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Security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Monitoring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2471805" y="2914700"/>
            <a:ext cx="609617" cy="857166"/>
          </a:xfrm>
          <a:prstGeom prst="rect">
            <a:avLst/>
          </a:prstGeom>
          <a:noFill/>
          <a:ln/>
        </p:spPr>
      </p:sp>
      <p:sp>
        <p:nvSpPr>
          <p:cNvPr id="21" name="Shape 13"/>
          <p:cNvSpPr/>
          <p:nvPr/>
        </p:nvSpPr>
        <p:spPr>
          <a:xfrm>
            <a:off x="2471805" y="2914700"/>
            <a:ext cx="609617" cy="857166"/>
          </a:xfrm>
          <a:prstGeom prst="rect">
            <a:avLst/>
          </a:prstGeom>
          <a:noFill/>
          <a:ln/>
        </p:spPr>
      </p:sp>
      <p:sp>
        <p:nvSpPr>
          <p:cNvPr id="25" name="Shape 16"/>
          <p:cNvSpPr/>
          <p:nvPr/>
        </p:nvSpPr>
        <p:spPr>
          <a:xfrm>
            <a:off x="3772003" y="1047983"/>
            <a:ext cx="6000915" cy="5085853"/>
          </a:xfrm>
          <a:prstGeom prst="rect">
            <a:avLst/>
          </a:prstGeom>
          <a:noFill/>
          <a:ln/>
        </p:spPr>
      </p:sp>
      <p:pic>
        <p:nvPicPr>
          <p:cNvPr id="26" name="Image 7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2003" y="1047983"/>
            <a:ext cx="9526" cy="5085853"/>
          </a:xfrm>
          <a:prstGeom prst="rect">
            <a:avLst/>
          </a:prstGeom>
        </p:spPr>
      </p:pic>
      <p:pic>
        <p:nvPicPr>
          <p:cNvPr id="27" name="Image 8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307" y="1047983"/>
            <a:ext cx="9526" cy="5085853"/>
          </a:xfrm>
          <a:prstGeom prst="rect">
            <a:avLst/>
          </a:prstGeom>
        </p:spPr>
      </p:pic>
      <p:pic>
        <p:nvPicPr>
          <p:cNvPr id="28" name="Image 9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612" y="1047983"/>
            <a:ext cx="9526" cy="5085853"/>
          </a:xfrm>
          <a:prstGeom prst="rect">
            <a:avLst/>
          </a:prstGeom>
        </p:spPr>
      </p:pic>
      <p:pic>
        <p:nvPicPr>
          <p:cNvPr id="29" name="Image 1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72917" y="1047983"/>
            <a:ext cx="9526" cy="5085853"/>
          </a:xfrm>
          <a:prstGeom prst="rect">
            <a:avLst/>
          </a:prstGeom>
        </p:spPr>
      </p:pic>
      <p:sp>
        <p:nvSpPr>
          <p:cNvPr id="33" name="Text 0">
            <a:extLst>
              <a:ext uri="{FF2B5EF4-FFF2-40B4-BE49-F238E27FC236}">
                <a16:creationId xmlns:a16="http://schemas.microsoft.com/office/drawing/2014/main" id="{22E27B53-EFBE-E542-A4E3-8608A1AF1500}"/>
              </a:ext>
            </a:extLst>
          </p:cNvPr>
          <p:cNvSpPr/>
          <p:nvPr/>
        </p:nvSpPr>
        <p:spPr>
          <a:xfrm>
            <a:off x="609617" y="2892478"/>
            <a:ext cx="1062892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Resource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7B2708ED-2D53-2040-A647-3BDF524A20B1}"/>
              </a:ext>
            </a:extLst>
          </p:cNvPr>
          <p:cNvSpPr/>
          <p:nvPr/>
        </p:nvSpPr>
        <p:spPr>
          <a:xfrm>
            <a:off x="609617" y="1406723"/>
            <a:ext cx="922850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Service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C4D7F10F-6CF9-6141-92B0-95C72BC348FA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2375ABC8-1962-B549-90B7-AEA44D64B580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Security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121">
            <a:extLst>
              <a:ext uri="{FF2B5EF4-FFF2-40B4-BE49-F238E27FC236}">
                <a16:creationId xmlns:a16="http://schemas.microsoft.com/office/drawing/2014/main" id="{B778D8F5-F094-D143-BEEB-4E2117426DDC}"/>
              </a:ext>
            </a:extLst>
          </p:cNvPr>
          <p:cNvSpPr/>
          <p:nvPr/>
        </p:nvSpPr>
        <p:spPr>
          <a:xfrm>
            <a:off x="11603566" y="501935"/>
            <a:ext cx="207758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ts val="1650"/>
              </a:lnSpc>
            </a:pPr>
            <a:r>
              <a:rPr lang="en-US" altLang="ko-KR" sz="1100" b="1" kern="0" spc="-10" dirty="0">
                <a:solidFill>
                  <a:srgbClr val="555555">
                    <a:alpha val="100000"/>
                  </a:srgbClr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1/4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1">
            <a:extLst>
              <a:ext uri="{FF2B5EF4-FFF2-40B4-BE49-F238E27FC236}">
                <a16:creationId xmlns:a16="http://schemas.microsoft.com/office/drawing/2014/main" id="{C6530D2A-C310-D845-81E5-A31C88F30415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56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Image 1" descr=" ">
            <a:extLst>
              <a:ext uri="{FF2B5EF4-FFF2-40B4-BE49-F238E27FC236}">
                <a16:creationId xmlns:a16="http://schemas.microsoft.com/office/drawing/2014/main" id="{569AB4EE-7BEC-FA4A-9382-4DD6A4B136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90856" y="1352753"/>
            <a:ext cx="571515" cy="571444"/>
          </a:xfrm>
          <a:prstGeom prst="rect">
            <a:avLst/>
          </a:prstGeom>
        </p:spPr>
      </p:pic>
      <p:pic>
        <p:nvPicPr>
          <p:cNvPr id="42" name="Image 2" descr=" ">
            <a:extLst>
              <a:ext uri="{FF2B5EF4-FFF2-40B4-BE49-F238E27FC236}">
                <a16:creationId xmlns:a16="http://schemas.microsoft.com/office/drawing/2014/main" id="{930DFFAC-14CB-1647-A385-5CD63AC2057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81635" y="1352753"/>
            <a:ext cx="571515" cy="571444"/>
          </a:xfrm>
          <a:prstGeom prst="rect">
            <a:avLst/>
          </a:prstGeom>
        </p:spPr>
      </p:pic>
      <p:pic>
        <p:nvPicPr>
          <p:cNvPr id="43" name="Image 3" descr=" ">
            <a:extLst>
              <a:ext uri="{FF2B5EF4-FFF2-40B4-BE49-F238E27FC236}">
                <a16:creationId xmlns:a16="http://schemas.microsoft.com/office/drawing/2014/main" id="{ED4A198E-E611-F34C-B5B7-BEDEA40B12F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2415" y="1352753"/>
            <a:ext cx="571515" cy="571444"/>
          </a:xfrm>
          <a:prstGeom prst="rect">
            <a:avLst/>
          </a:prstGeom>
        </p:spPr>
      </p:pic>
      <p:pic>
        <p:nvPicPr>
          <p:cNvPr id="44" name="Image 4" descr=" ">
            <a:extLst>
              <a:ext uri="{FF2B5EF4-FFF2-40B4-BE49-F238E27FC236}">
                <a16:creationId xmlns:a16="http://schemas.microsoft.com/office/drawing/2014/main" id="{238A8E3E-08E0-5B4F-8ECC-CA3A2D28047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63194" y="1352753"/>
            <a:ext cx="571515" cy="571444"/>
          </a:xfrm>
          <a:prstGeom prst="rect">
            <a:avLst/>
          </a:prstGeom>
        </p:spPr>
      </p:pic>
      <p:pic>
        <p:nvPicPr>
          <p:cNvPr id="45" name="Image 5" descr=" ">
            <a:extLst>
              <a:ext uri="{FF2B5EF4-FFF2-40B4-BE49-F238E27FC236}">
                <a16:creationId xmlns:a16="http://schemas.microsoft.com/office/drawing/2014/main" id="{35C6D873-1671-2E48-8D2B-7B6B98B1A4D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53974" y="1352753"/>
            <a:ext cx="571515" cy="57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0611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D4E38D1F-EA53-EE44-9F93-2E2E9AA79D69}"/>
              </a:ext>
            </a:extLst>
          </p:cNvPr>
          <p:cNvSpPr/>
          <p:nvPr/>
        </p:nvSpPr>
        <p:spPr>
          <a:xfrm>
            <a:off x="381011" y="1047410"/>
            <a:ext cx="11429978" cy="1485755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2471805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6" name="Text 2"/>
          <p:cNvSpPr/>
          <p:nvPr/>
        </p:nvSpPr>
        <p:spPr>
          <a:xfrm>
            <a:off x="2452754" y="2000389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Basic Security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46258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9" name="Text 4"/>
          <p:cNvSpPr/>
          <p:nvPr/>
        </p:nvSpPr>
        <p:spPr>
          <a:xfrm>
            <a:off x="4450677" y="1981342"/>
            <a:ext cx="633429" cy="21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CAPTCHA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645336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2" name="Text 6"/>
          <p:cNvSpPr/>
          <p:nvPr/>
        </p:nvSpPr>
        <p:spPr>
          <a:xfrm>
            <a:off x="6400976" y="2000390"/>
            <a:ext cx="714394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WEB Firewall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8444143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5" name="Text 8"/>
          <p:cNvSpPr/>
          <p:nvPr/>
        </p:nvSpPr>
        <p:spPr>
          <a:xfrm>
            <a:off x="8491769" y="2000390"/>
            <a:ext cx="523889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Vaccine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9"/>
          <p:cNvSpPr/>
          <p:nvPr/>
        </p:nvSpPr>
        <p:spPr>
          <a:xfrm>
            <a:off x="10434923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8" name="Text 10"/>
          <p:cNvSpPr/>
          <p:nvPr/>
        </p:nvSpPr>
        <p:spPr>
          <a:xfrm>
            <a:off x="10406500" y="2000389"/>
            <a:ext cx="666462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Secure Key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Manager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3772003" y="1047983"/>
            <a:ext cx="6000915" cy="5085853"/>
          </a:xfrm>
          <a:prstGeom prst="rect">
            <a:avLst/>
          </a:prstGeom>
          <a:noFill/>
          <a:ln/>
        </p:spPr>
      </p:sp>
      <p:pic>
        <p:nvPicPr>
          <p:cNvPr id="21" name="Image 6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2003" y="1047983"/>
            <a:ext cx="9526" cy="5085853"/>
          </a:xfrm>
          <a:prstGeom prst="rect">
            <a:avLst/>
          </a:prstGeom>
        </p:spPr>
      </p:pic>
      <p:pic>
        <p:nvPicPr>
          <p:cNvPr id="22" name="Image 7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307" y="1047983"/>
            <a:ext cx="9526" cy="5085853"/>
          </a:xfrm>
          <a:prstGeom prst="rect">
            <a:avLst/>
          </a:prstGeom>
        </p:spPr>
      </p:pic>
      <p:pic>
        <p:nvPicPr>
          <p:cNvPr id="23" name="Image 8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612" y="1047983"/>
            <a:ext cx="9526" cy="5085853"/>
          </a:xfrm>
          <a:prstGeom prst="rect">
            <a:avLst/>
          </a:prstGeom>
        </p:spPr>
      </p:pic>
      <p:pic>
        <p:nvPicPr>
          <p:cNvPr id="24" name="Image 9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72917" y="1047983"/>
            <a:ext cx="9526" cy="5085853"/>
          </a:xfrm>
          <a:prstGeom prst="rect">
            <a:avLst/>
          </a:prstGeom>
        </p:spPr>
      </p:pic>
      <p:sp>
        <p:nvSpPr>
          <p:cNvPr id="28" name="Text 0">
            <a:extLst>
              <a:ext uri="{FF2B5EF4-FFF2-40B4-BE49-F238E27FC236}">
                <a16:creationId xmlns:a16="http://schemas.microsoft.com/office/drawing/2014/main" id="{A2A992F0-5508-6745-B94B-B0055E4A7AEA}"/>
              </a:ext>
            </a:extLst>
          </p:cNvPr>
          <p:cNvSpPr/>
          <p:nvPr/>
        </p:nvSpPr>
        <p:spPr>
          <a:xfrm>
            <a:off x="609617" y="2892478"/>
            <a:ext cx="1062892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Resource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6F404C4D-1B16-F34E-9CBD-520AB3ADEB9C}"/>
              </a:ext>
            </a:extLst>
          </p:cNvPr>
          <p:cNvSpPr/>
          <p:nvPr/>
        </p:nvSpPr>
        <p:spPr>
          <a:xfrm>
            <a:off x="609617" y="1406723"/>
            <a:ext cx="922850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Service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C3A75373-E1A1-F945-8BE2-19180D18F512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3F732E54-45EB-624B-A0AB-D1E72C80B55B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Security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121">
            <a:extLst>
              <a:ext uri="{FF2B5EF4-FFF2-40B4-BE49-F238E27FC236}">
                <a16:creationId xmlns:a16="http://schemas.microsoft.com/office/drawing/2014/main" id="{166B6F86-319E-AB47-A54E-0F3BCCC72779}"/>
              </a:ext>
            </a:extLst>
          </p:cNvPr>
          <p:cNvSpPr/>
          <p:nvPr/>
        </p:nvSpPr>
        <p:spPr>
          <a:xfrm>
            <a:off x="11603566" y="501935"/>
            <a:ext cx="207758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ts val="1650"/>
              </a:lnSpc>
            </a:pPr>
            <a:r>
              <a:rPr lang="en-US" altLang="ko-KR" sz="1100" b="1" kern="0" spc="-10" dirty="0">
                <a:solidFill>
                  <a:srgbClr val="555555">
                    <a:alpha val="100000"/>
                  </a:srgbClr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2/4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417ACE8A-CFF0-0A43-B672-ED1108129DB0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57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" name="Image 1" descr=" ">
            <a:extLst>
              <a:ext uri="{FF2B5EF4-FFF2-40B4-BE49-F238E27FC236}">
                <a16:creationId xmlns:a16="http://schemas.microsoft.com/office/drawing/2014/main" id="{4F1AF6E7-3EE3-194B-A51B-A679D7F924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90856" y="1352753"/>
            <a:ext cx="571515" cy="571444"/>
          </a:xfrm>
          <a:prstGeom prst="rect">
            <a:avLst/>
          </a:prstGeom>
        </p:spPr>
      </p:pic>
      <p:pic>
        <p:nvPicPr>
          <p:cNvPr id="36" name="Image 2" descr=" ">
            <a:extLst>
              <a:ext uri="{FF2B5EF4-FFF2-40B4-BE49-F238E27FC236}">
                <a16:creationId xmlns:a16="http://schemas.microsoft.com/office/drawing/2014/main" id="{0086D485-5766-AE4B-A545-E7674BAAD9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81635" y="1352753"/>
            <a:ext cx="571515" cy="571444"/>
          </a:xfrm>
          <a:prstGeom prst="rect">
            <a:avLst/>
          </a:prstGeom>
        </p:spPr>
      </p:pic>
      <p:pic>
        <p:nvPicPr>
          <p:cNvPr id="37" name="Image 3" descr=" ">
            <a:extLst>
              <a:ext uri="{FF2B5EF4-FFF2-40B4-BE49-F238E27FC236}">
                <a16:creationId xmlns:a16="http://schemas.microsoft.com/office/drawing/2014/main" id="{8985F6EF-1EA0-0A40-9145-40D125DC416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2415" y="1352753"/>
            <a:ext cx="571515" cy="571444"/>
          </a:xfrm>
          <a:prstGeom prst="rect">
            <a:avLst/>
          </a:prstGeom>
        </p:spPr>
      </p:pic>
      <p:pic>
        <p:nvPicPr>
          <p:cNvPr id="38" name="Image 4" descr=" ">
            <a:extLst>
              <a:ext uri="{FF2B5EF4-FFF2-40B4-BE49-F238E27FC236}">
                <a16:creationId xmlns:a16="http://schemas.microsoft.com/office/drawing/2014/main" id="{9A0CF146-E8A4-D745-8A64-8EAB69880A1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63194" y="1352753"/>
            <a:ext cx="571515" cy="571444"/>
          </a:xfrm>
          <a:prstGeom prst="rect">
            <a:avLst/>
          </a:prstGeom>
        </p:spPr>
      </p:pic>
      <p:pic>
        <p:nvPicPr>
          <p:cNvPr id="39" name="Image 5" descr=" ">
            <a:extLst>
              <a:ext uri="{FF2B5EF4-FFF2-40B4-BE49-F238E27FC236}">
                <a16:creationId xmlns:a16="http://schemas.microsoft.com/office/drawing/2014/main" id="{B77FE0C2-4C56-AA48-B1AF-9A51EAF1DCC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53974" y="1352753"/>
            <a:ext cx="571515" cy="57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0228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D9834384-5428-EE4F-BC73-10417E6DC254}"/>
              </a:ext>
            </a:extLst>
          </p:cNvPr>
          <p:cNvSpPr/>
          <p:nvPr/>
        </p:nvSpPr>
        <p:spPr>
          <a:xfrm>
            <a:off x="381011" y="1047410"/>
            <a:ext cx="11429978" cy="1485755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2471805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6" name="Text 2"/>
          <p:cNvSpPr/>
          <p:nvPr/>
        </p:nvSpPr>
        <p:spPr>
          <a:xfrm>
            <a:off x="2435907" y="2000389"/>
            <a:ext cx="693757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Security Compliance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46258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9" name="Text 4"/>
          <p:cNvSpPr/>
          <p:nvPr/>
        </p:nvSpPr>
        <p:spPr>
          <a:xfrm>
            <a:off x="4424483" y="1981342"/>
            <a:ext cx="685819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DDoS Guard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645336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2" name="Text 6"/>
          <p:cNvSpPr/>
          <p:nvPr/>
        </p:nvSpPr>
        <p:spPr>
          <a:xfrm>
            <a:off x="6601005" y="2000390"/>
            <a:ext cx="314333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SIEM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8444143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5" name="Text 8"/>
          <p:cNvSpPr/>
          <p:nvPr/>
        </p:nvSpPr>
        <p:spPr>
          <a:xfrm>
            <a:off x="8483544" y="2000389"/>
            <a:ext cx="538177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Security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Advisor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9"/>
          <p:cNvSpPr/>
          <p:nvPr/>
        </p:nvSpPr>
        <p:spPr>
          <a:xfrm>
            <a:off x="10434923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18" name="Text 10"/>
          <p:cNvSpPr/>
          <p:nvPr/>
        </p:nvSpPr>
        <p:spPr>
          <a:xfrm>
            <a:off x="10434924" y="2000389"/>
            <a:ext cx="609616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Csap Saas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Guide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3772003" y="1047983"/>
            <a:ext cx="6000915" cy="5085853"/>
          </a:xfrm>
          <a:prstGeom prst="rect">
            <a:avLst/>
          </a:prstGeom>
          <a:noFill/>
          <a:ln/>
        </p:spPr>
      </p:sp>
      <p:pic>
        <p:nvPicPr>
          <p:cNvPr id="21" name="Image 6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2003" y="1047983"/>
            <a:ext cx="9526" cy="5085853"/>
          </a:xfrm>
          <a:prstGeom prst="rect">
            <a:avLst/>
          </a:prstGeom>
        </p:spPr>
      </p:pic>
      <p:pic>
        <p:nvPicPr>
          <p:cNvPr id="22" name="Image 7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307" y="1047983"/>
            <a:ext cx="9526" cy="5085853"/>
          </a:xfrm>
          <a:prstGeom prst="rect">
            <a:avLst/>
          </a:prstGeom>
        </p:spPr>
      </p:pic>
      <p:pic>
        <p:nvPicPr>
          <p:cNvPr id="23" name="Image 8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612" y="1047983"/>
            <a:ext cx="9526" cy="5085853"/>
          </a:xfrm>
          <a:prstGeom prst="rect">
            <a:avLst/>
          </a:prstGeom>
        </p:spPr>
      </p:pic>
      <p:pic>
        <p:nvPicPr>
          <p:cNvPr id="24" name="Image 9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72917" y="1047983"/>
            <a:ext cx="9526" cy="5085853"/>
          </a:xfrm>
          <a:prstGeom prst="rect">
            <a:avLst/>
          </a:prstGeom>
        </p:spPr>
      </p:pic>
      <p:sp>
        <p:nvSpPr>
          <p:cNvPr id="28" name="Text 0">
            <a:extLst>
              <a:ext uri="{FF2B5EF4-FFF2-40B4-BE49-F238E27FC236}">
                <a16:creationId xmlns:a16="http://schemas.microsoft.com/office/drawing/2014/main" id="{94A8B870-C437-D447-BAAC-70014840A83D}"/>
              </a:ext>
            </a:extLst>
          </p:cNvPr>
          <p:cNvSpPr/>
          <p:nvPr/>
        </p:nvSpPr>
        <p:spPr>
          <a:xfrm>
            <a:off x="609617" y="2892478"/>
            <a:ext cx="1062892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Resource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A67D4671-5721-F447-AC0C-B99AD3F2B557}"/>
              </a:ext>
            </a:extLst>
          </p:cNvPr>
          <p:cNvSpPr/>
          <p:nvPr/>
        </p:nvSpPr>
        <p:spPr>
          <a:xfrm>
            <a:off x="609617" y="1406723"/>
            <a:ext cx="922850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Service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7EC4A09E-4358-2E49-BFCE-AA83DBD8BE3E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7F03514C-5E3F-754E-9828-E3641C287E42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Security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121">
            <a:extLst>
              <a:ext uri="{FF2B5EF4-FFF2-40B4-BE49-F238E27FC236}">
                <a16:creationId xmlns:a16="http://schemas.microsoft.com/office/drawing/2014/main" id="{2E7880DC-9D36-6A49-86D2-F08F4E135DCD}"/>
              </a:ext>
            </a:extLst>
          </p:cNvPr>
          <p:cNvSpPr/>
          <p:nvPr/>
        </p:nvSpPr>
        <p:spPr>
          <a:xfrm>
            <a:off x="11603566" y="501935"/>
            <a:ext cx="207758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ts val="1650"/>
              </a:lnSpc>
            </a:pPr>
            <a:r>
              <a:rPr lang="en-US" altLang="ko-KR" sz="1100" b="1" kern="0" spc="-10" dirty="0">
                <a:solidFill>
                  <a:srgbClr val="555555">
                    <a:alpha val="100000"/>
                  </a:srgbClr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3/4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1">
            <a:extLst>
              <a:ext uri="{FF2B5EF4-FFF2-40B4-BE49-F238E27FC236}">
                <a16:creationId xmlns:a16="http://schemas.microsoft.com/office/drawing/2014/main" id="{935E8A65-D72E-D449-9712-84DED33C7476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58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7" name="Image 1" descr=" ">
            <a:extLst>
              <a:ext uri="{FF2B5EF4-FFF2-40B4-BE49-F238E27FC236}">
                <a16:creationId xmlns:a16="http://schemas.microsoft.com/office/drawing/2014/main" id="{8006283F-9291-1640-8EC7-84B8205295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90856" y="1352753"/>
            <a:ext cx="571515" cy="571444"/>
          </a:xfrm>
          <a:prstGeom prst="rect">
            <a:avLst/>
          </a:prstGeom>
        </p:spPr>
      </p:pic>
      <p:pic>
        <p:nvPicPr>
          <p:cNvPr id="38" name="Image 2" descr=" ">
            <a:extLst>
              <a:ext uri="{FF2B5EF4-FFF2-40B4-BE49-F238E27FC236}">
                <a16:creationId xmlns:a16="http://schemas.microsoft.com/office/drawing/2014/main" id="{D4E7AA03-6F5A-5246-BA37-EDFEA7821E4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81635" y="1352753"/>
            <a:ext cx="571515" cy="571444"/>
          </a:xfrm>
          <a:prstGeom prst="rect">
            <a:avLst/>
          </a:prstGeom>
        </p:spPr>
      </p:pic>
      <p:pic>
        <p:nvPicPr>
          <p:cNvPr id="39" name="Image 3" descr=" ">
            <a:extLst>
              <a:ext uri="{FF2B5EF4-FFF2-40B4-BE49-F238E27FC236}">
                <a16:creationId xmlns:a16="http://schemas.microsoft.com/office/drawing/2014/main" id="{D88080FA-4A17-1143-85ED-D29AB17D36E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2415" y="1352753"/>
            <a:ext cx="571515" cy="571444"/>
          </a:xfrm>
          <a:prstGeom prst="rect">
            <a:avLst/>
          </a:prstGeom>
        </p:spPr>
      </p:pic>
      <p:pic>
        <p:nvPicPr>
          <p:cNvPr id="40" name="Image 4" descr=" ">
            <a:extLst>
              <a:ext uri="{FF2B5EF4-FFF2-40B4-BE49-F238E27FC236}">
                <a16:creationId xmlns:a16="http://schemas.microsoft.com/office/drawing/2014/main" id="{3736A880-128E-C045-A7F1-20E9D166A29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63194" y="1352753"/>
            <a:ext cx="571515" cy="571444"/>
          </a:xfrm>
          <a:prstGeom prst="rect">
            <a:avLst/>
          </a:prstGeom>
        </p:spPr>
      </p:pic>
      <p:pic>
        <p:nvPicPr>
          <p:cNvPr id="41" name="Image 5" descr=" ">
            <a:extLst>
              <a:ext uri="{FF2B5EF4-FFF2-40B4-BE49-F238E27FC236}">
                <a16:creationId xmlns:a16="http://schemas.microsoft.com/office/drawing/2014/main" id="{255E5B8F-089C-EB42-B250-3746B322530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53974" y="1352753"/>
            <a:ext cx="571515" cy="57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0312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FF223715-0356-8143-A8F8-D906CB7E39C9}"/>
              </a:ext>
            </a:extLst>
          </p:cNvPr>
          <p:cNvSpPr/>
          <p:nvPr/>
        </p:nvSpPr>
        <p:spPr>
          <a:xfrm>
            <a:off x="381011" y="1047410"/>
            <a:ext cx="11429978" cy="1485755"/>
          </a:xfrm>
          <a:prstGeom prst="rect">
            <a:avLst/>
          </a:prstGeom>
          <a:solidFill>
            <a:srgbClr val="DDDDDD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2471805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6" name="Text 2"/>
          <p:cNvSpPr/>
          <p:nvPr/>
        </p:nvSpPr>
        <p:spPr>
          <a:xfrm>
            <a:off x="2452754" y="2000389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Network Firewall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462584" y="1352753"/>
            <a:ext cx="609617" cy="952407"/>
          </a:xfrm>
          <a:prstGeom prst="rect">
            <a:avLst/>
          </a:prstGeom>
          <a:noFill/>
          <a:ln/>
        </p:spPr>
      </p:sp>
      <p:sp>
        <p:nvSpPr>
          <p:cNvPr id="9" name="Text 4"/>
          <p:cNvSpPr/>
          <p:nvPr/>
        </p:nvSpPr>
        <p:spPr>
          <a:xfrm>
            <a:off x="4557837" y="1981341"/>
            <a:ext cx="419112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NHN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Bastion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3772003" y="1047983"/>
            <a:ext cx="0" cy="5085853"/>
          </a:xfrm>
          <a:prstGeom prst="rect">
            <a:avLst/>
          </a:prstGeom>
          <a:noFill/>
          <a:ln/>
        </p:spPr>
      </p:sp>
      <p:pic>
        <p:nvPicPr>
          <p:cNvPr id="12" name="Image 3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2003" y="1047983"/>
            <a:ext cx="9526" cy="5085853"/>
          </a:xfrm>
          <a:prstGeom prst="rect">
            <a:avLst/>
          </a:prstGeom>
        </p:spPr>
      </p:pic>
      <p:sp>
        <p:nvSpPr>
          <p:cNvPr id="19" name="Text 0">
            <a:extLst>
              <a:ext uri="{FF2B5EF4-FFF2-40B4-BE49-F238E27FC236}">
                <a16:creationId xmlns:a16="http://schemas.microsoft.com/office/drawing/2014/main" id="{5E6DA90F-E8B4-3F42-B2DB-9DAD2DA8EF20}"/>
              </a:ext>
            </a:extLst>
          </p:cNvPr>
          <p:cNvSpPr/>
          <p:nvPr/>
        </p:nvSpPr>
        <p:spPr>
          <a:xfrm>
            <a:off x="609617" y="2892478"/>
            <a:ext cx="1062892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Resource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5C0D1994-8922-1241-8C29-3C20C04B234A}"/>
              </a:ext>
            </a:extLst>
          </p:cNvPr>
          <p:cNvSpPr/>
          <p:nvPr/>
        </p:nvSpPr>
        <p:spPr>
          <a:xfrm>
            <a:off x="609617" y="1406723"/>
            <a:ext cx="922850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100" kern="0" spc="-10" dirty="0">
                <a:solidFill>
                  <a:srgbClr val="555555"/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Service Icons</a:t>
            </a:r>
            <a:endParaRPr lang="en-US" sz="11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31F1972F-0E97-AA43-B6EC-8C82607B4FF9}"/>
              </a:ext>
            </a:extLst>
          </p:cNvPr>
          <p:cNvSpPr/>
          <p:nvPr/>
        </p:nvSpPr>
        <p:spPr>
          <a:xfrm>
            <a:off x="381011" y="273144"/>
            <a:ext cx="2765500" cy="23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kern="0" spc="-10" dirty="0">
                <a:solidFill>
                  <a:srgbClr val="BBBBBB">
                    <a:alpha val="100000"/>
                  </a:srgbClr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FE34E611-DBB6-884B-B2E7-B90BB0A8ABAA}"/>
              </a:ext>
            </a:extLst>
          </p:cNvPr>
          <p:cNvSpPr/>
          <p:nvPr/>
        </p:nvSpPr>
        <p:spPr>
          <a:xfrm>
            <a:off x="381011" y="529500"/>
            <a:ext cx="315189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2000" b="1" kern="0" spc="-18" dirty="0">
                <a:solidFill>
                  <a:srgbClr val="222222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Security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121">
            <a:extLst>
              <a:ext uri="{FF2B5EF4-FFF2-40B4-BE49-F238E27FC236}">
                <a16:creationId xmlns:a16="http://schemas.microsoft.com/office/drawing/2014/main" id="{4FEF825A-1EE3-9243-B03D-7A6125FFD9BC}"/>
              </a:ext>
            </a:extLst>
          </p:cNvPr>
          <p:cNvSpPr/>
          <p:nvPr/>
        </p:nvSpPr>
        <p:spPr>
          <a:xfrm>
            <a:off x="11603566" y="501935"/>
            <a:ext cx="207758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ts val="1650"/>
              </a:lnSpc>
            </a:pPr>
            <a:r>
              <a:rPr lang="en-US" altLang="ko-KR" sz="1100" b="1" kern="0" spc="-10" dirty="0">
                <a:solidFill>
                  <a:srgbClr val="555555">
                    <a:alpha val="100000"/>
                  </a:srgbClr>
                </a:solidFill>
                <a:latin typeface="Arial" panose="020B0604020202020204" pitchFamily="34" charset="0"/>
                <a:ea typeface="NanumGothic ExtraBold" pitchFamily="34" charset="-122"/>
                <a:cs typeface="Arial" panose="020B0604020202020204" pitchFamily="34" charset="0"/>
              </a:rPr>
              <a:t>4/4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3503B1E3-084A-144C-A5C0-1D48E28C4DBC}"/>
              </a:ext>
            </a:extLst>
          </p:cNvPr>
          <p:cNvSpPr/>
          <p:nvPr/>
        </p:nvSpPr>
        <p:spPr>
          <a:xfrm>
            <a:off x="11611293" y="6438607"/>
            <a:ext cx="158754" cy="2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en-US" altLang="ko-KR" sz="900" dirty="0">
                <a:solidFill>
                  <a:srgbClr val="BBBBBB">
                    <a:alpha val="100000"/>
                  </a:srgbClr>
                </a:solidFill>
                <a:latin typeface="Arial" panose="020B0604020202020204" pitchFamily="34" charset="0"/>
                <a:ea typeface="Arial Bold" pitchFamily="34" charset="-122"/>
                <a:cs typeface="Arial" panose="020B0604020202020204" pitchFamily="34" charset="0"/>
              </a:rPr>
              <a:t>59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Image 1" descr=" ">
            <a:extLst>
              <a:ext uri="{FF2B5EF4-FFF2-40B4-BE49-F238E27FC236}">
                <a16:creationId xmlns:a16="http://schemas.microsoft.com/office/drawing/2014/main" id="{8318B525-05D1-AF40-9A0D-32C45806F0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90856" y="1352753"/>
            <a:ext cx="571515" cy="571444"/>
          </a:xfrm>
          <a:prstGeom prst="rect">
            <a:avLst/>
          </a:prstGeom>
        </p:spPr>
      </p:pic>
      <p:pic>
        <p:nvPicPr>
          <p:cNvPr id="26" name="Image 2" descr=" ">
            <a:extLst>
              <a:ext uri="{FF2B5EF4-FFF2-40B4-BE49-F238E27FC236}">
                <a16:creationId xmlns:a16="http://schemas.microsoft.com/office/drawing/2014/main" id="{969F701F-3AB3-6D4A-BDBC-AAD77D5188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81635" y="1352753"/>
            <a:ext cx="571515" cy="571444"/>
          </a:xfrm>
          <a:prstGeom prst="rect">
            <a:avLst/>
          </a:prstGeom>
        </p:spPr>
      </p:pic>
      <p:sp>
        <p:nvSpPr>
          <p:cNvPr id="17" name="Text 8">
            <a:extLst>
              <a:ext uri="{FF2B5EF4-FFF2-40B4-BE49-F238E27FC236}">
                <a16:creationId xmlns:a16="http://schemas.microsoft.com/office/drawing/2014/main" id="{697FC181-196C-4EA3-AB14-E2B59FDE9C4A}"/>
              </a:ext>
            </a:extLst>
          </p:cNvPr>
          <p:cNvSpPr/>
          <p:nvPr/>
        </p:nvSpPr>
        <p:spPr>
          <a:xfrm>
            <a:off x="2452754" y="3448048"/>
            <a:ext cx="647718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kern="0" spc="-9" dirty="0">
                <a:solidFill>
                  <a:srgbClr val="555555"/>
                </a:solidFill>
                <a:latin typeface="Arial" panose="020B0604020202020204" pitchFamily="34" charset="0"/>
                <a:ea typeface="Arial Regular" pitchFamily="34" charset="-122"/>
                <a:cs typeface="Arial" panose="020B0604020202020204" pitchFamily="34" charset="0"/>
              </a:rPr>
              <a:t>Firewall</a:t>
            </a:r>
            <a:endParaRPr lang="en-US" sz="1000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Image 3">
            <a:extLst>
              <a:ext uri="{FF2B5EF4-FFF2-40B4-BE49-F238E27FC236}">
                <a16:creationId xmlns:a16="http://schemas.microsoft.com/office/drawing/2014/main" id="{35438781-5DAC-4A41-9592-61FE1E68C2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48035" y="2914700"/>
            <a:ext cx="457155" cy="457155"/>
          </a:xfrm>
          <a:prstGeom prst="rect">
            <a:avLst/>
          </a:prstGeom>
        </p:spPr>
      </p:pic>
      <p:pic>
        <p:nvPicPr>
          <p:cNvPr id="29" name="Image 6" descr=" ">
            <a:extLst>
              <a:ext uri="{FF2B5EF4-FFF2-40B4-BE49-F238E27FC236}">
                <a16:creationId xmlns:a16="http://schemas.microsoft.com/office/drawing/2014/main" id="{AB8E306E-3315-4B32-945C-6D28DF63EC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48035" y="4102620"/>
            <a:ext cx="457212" cy="457155"/>
          </a:xfrm>
          <a:prstGeom prst="rect">
            <a:avLst/>
          </a:prstGeom>
        </p:spPr>
      </p:pic>
      <p:sp>
        <p:nvSpPr>
          <p:cNvPr id="37" name="Text 8">
            <a:extLst>
              <a:ext uri="{FF2B5EF4-FFF2-40B4-BE49-F238E27FC236}">
                <a16:creationId xmlns:a16="http://schemas.microsoft.com/office/drawing/2014/main" id="{4D6226AA-7A55-48AC-80CA-EC3D5095F3AC}"/>
              </a:ext>
            </a:extLst>
          </p:cNvPr>
          <p:cNvSpPr/>
          <p:nvPr/>
        </p:nvSpPr>
        <p:spPr>
          <a:xfrm>
            <a:off x="2406717" y="4671474"/>
            <a:ext cx="739792" cy="36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IPSec VPN</a:t>
            </a:r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3CC25E2D-39AB-4190-9FF9-39F5A7213ED0}"/>
              </a:ext>
            </a:extLst>
          </p:cNvPr>
          <p:cNvSpPr/>
          <p:nvPr/>
        </p:nvSpPr>
        <p:spPr>
          <a:xfrm>
            <a:off x="6527185" y="2000390"/>
            <a:ext cx="461974" cy="361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75"/>
              </a:lnSpc>
            </a:pPr>
            <a:r>
              <a:rPr lang="en-US" sz="100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 Access</a:t>
            </a:r>
          </a:p>
        </p:txBody>
      </p:sp>
      <p:pic>
        <p:nvPicPr>
          <p:cNvPr id="30" name="Image 7" descr=" ">
            <a:extLst>
              <a:ext uri="{FF2B5EF4-FFF2-40B4-BE49-F238E27FC236}">
                <a16:creationId xmlns:a16="http://schemas.microsoft.com/office/drawing/2014/main" id="{52A54448-14B7-478E-908B-B85D861D13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307" y="1047983"/>
            <a:ext cx="9526" cy="5085853"/>
          </a:xfrm>
          <a:prstGeom prst="rect">
            <a:avLst/>
          </a:prstGeom>
        </p:spPr>
      </p:pic>
      <p:pic>
        <p:nvPicPr>
          <p:cNvPr id="31" name="Image 3">
            <a:extLst>
              <a:ext uri="{FF2B5EF4-FFF2-40B4-BE49-F238E27FC236}">
                <a16:creationId xmlns:a16="http://schemas.microsoft.com/office/drawing/2014/main" id="{D63BFB8F-83FE-4FA0-901A-3F1CB069070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2450" y="1352753"/>
            <a:ext cx="571444" cy="57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305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38765</TotalTime>
  <Words>1486</Words>
  <Application>Microsoft Office PowerPoint</Application>
  <PresentationFormat>와이드스크린</PresentationFormat>
  <Paragraphs>821</Paragraphs>
  <Slides>57</Slides>
  <Notes>57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57</vt:i4>
      </vt:variant>
    </vt:vector>
  </HeadingPairs>
  <TitlesOfParts>
    <vt:vector size="65" baseType="lpstr">
      <vt:lpstr>Arial Regular</vt:lpstr>
      <vt:lpstr>Malgun Gothic Bold</vt:lpstr>
      <vt:lpstr>Malgun Gothic Regular</vt:lpstr>
      <vt:lpstr>Arial</vt:lpstr>
      <vt:lpstr>Arial Bold</vt:lpstr>
      <vt:lpstr>Calibri</vt:lpstr>
      <vt:lpstr>Calibri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NHN</cp:lastModifiedBy>
  <cp:revision>910</cp:revision>
  <dcterms:created xsi:type="dcterms:W3CDTF">2024-11-04T08:49:16Z</dcterms:created>
  <dcterms:modified xsi:type="dcterms:W3CDTF">2026-01-29T07:48:38Z</dcterms:modified>
</cp:coreProperties>
</file>